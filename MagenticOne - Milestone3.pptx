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1"/>
    <p:sldMasterId id="2147483696"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Lst>
  <p:sldSz cx="9144000" cy="5143500" type="screen16x9"/>
  <p:notesSz cx="6858000" cy="9144000"/>
  <p:embeddedFontLst>
    <p:embeddedFont>
      <p:font typeface="Roboto" panose="02000000000000000000" pitchFamily="2" charset="0"/>
      <p:regular r:id="rId21"/>
      <p:bold r:id="rId22"/>
      <p:italic r:id="rId23"/>
      <p:boldItalic r:id="rId24"/>
    </p:embeddedFont>
    <p:embeddedFont>
      <p:font typeface="Roboto Medium" panose="02000000000000000000" pitchFamily="2" charset="0"/>
      <p:regular r:id="rId25"/>
      <p:bold r:id="rId26"/>
      <p:italic r:id="rId27"/>
      <p:boldItalic r:id="rId28"/>
    </p:embeddedFont>
    <p:embeddedFont>
      <p:font typeface="Space Grotesk" panose="020B0604020202020204" charset="0"/>
      <p:regular r:id="rId29"/>
      <p:bold r:id="rId30"/>
    </p:embeddedFont>
    <p:embeddedFont>
      <p:font typeface="Space Grotesk Light" panose="020B0604020202020204" charset="0"/>
      <p:regular r:id="rId31"/>
      <p:bold r:id="rId32"/>
    </p:embeddedFont>
    <p:embeddedFont>
      <p:font typeface="Space Grotesk Medium" panose="020B0604020202020204" charset="0"/>
      <p:regular r:id="rId33"/>
      <p:bold r:id="rId34"/>
    </p:embeddedFont>
    <p:embeddedFont>
      <p:font typeface="STIX Two Text" panose="020B0604020202020204" charset="0"/>
      <p:regular r:id="rId35"/>
      <p:bold r:id="rId36"/>
      <p:italic r:id="rId37"/>
      <p:boldItalic r:id="rId38"/>
    </p:embeddedFont>
    <p:embeddedFont>
      <p:font typeface="STIX Two Text Medium" panose="020B0604020202020204" charset="0"/>
      <p:regular r:id="rId39"/>
      <p:bold r:id="rId40"/>
      <p:italic r:id="rId41"/>
      <p:boldItalic r:id="rId42"/>
    </p:embeddedFont>
    <p:embeddedFont>
      <p:font typeface="STIX Two Text SemiBold" panose="020B060402020202020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D2C2"/>
    <a:srgbClr val="FFCCCC"/>
    <a:srgbClr val="36302D"/>
    <a:srgbClr val="EECCB9"/>
    <a:srgbClr val="EECCBA"/>
    <a:srgbClr val="EBBFA5"/>
    <a:srgbClr val="EDCBB8"/>
    <a:srgbClr val="FF9966"/>
    <a:srgbClr val="000000"/>
    <a:srgbClr val="BC720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CF7B4B-A6F2-4EE3-9BD9-BB383DF8803A}">
  <a:tblStyle styleId="{5BCF7B4B-A6F2-4EE3-9BD9-BB383DF8803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7" d="100"/>
          <a:sy n="67" d="100"/>
        </p:scale>
        <p:origin x="1260" y="23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9.fntdata"/><Relationship Id="rId11" Type="http://schemas.openxmlformats.org/officeDocument/2006/relationships/slide" Target="slides/slide9.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schemas.openxmlformats.org/officeDocument/2006/relationships/font" Target="fonts/font25.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1.fntdata"/><Relationship Id="rId44" Type="http://schemas.openxmlformats.org/officeDocument/2006/relationships/font" Target="fonts/font2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font" Target="fonts/font23.fntdata"/><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font" Target="fonts/font26.fntdata"/><Relationship Id="rId20" Type="http://schemas.openxmlformats.org/officeDocument/2006/relationships/notesMaster" Target="notesMasters/notesMaster1.xml"/><Relationship Id="rId41"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6bcb92cfda_0_27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6bcb92cfda_0_27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6bcb92cfda_0_35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36bcb92cfda_0_35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6bed7ee200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36bed7ee20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6bed7ee200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36bed7ee200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6bed7ee200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6bed7ee20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6bed7ee200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6bed7ee200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36bed7ee200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36bed7ee200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6bed7ee200_0_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36bed7ee200_0_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6be10ee2bb_0_3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6be10ee2bb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6bcb92cfda_0_30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36bcb92cfda_0_3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6bcb92cfda_0_29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36bcb92cfda_0_29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36bcb92cfda_0_30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36bcb92cfda_0_30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36be10ee2bb_0_7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36be10ee2bb_0_7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36be10ee2bb_0_7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36be10ee2bb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6be10ee2bb_0_7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36be10ee2bb_0_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36be10ee2bb_0_7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36be10ee2bb_0_7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6bed7ee200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36bed7ee200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type="blank">
  <p:cSld name="BLANK">
    <p:bg>
      <p:bgPr>
        <a:gradFill>
          <a:gsLst>
            <a:gs pos="0">
              <a:schemeClr val="accent4"/>
            </a:gs>
            <a:gs pos="100000">
              <a:schemeClr val="dk1"/>
            </a:gs>
          </a:gsLst>
          <a:lin ang="5400012" scaled="0"/>
        </a:gradFill>
        <a:effectLst/>
      </p:bgPr>
    </p:bg>
    <p:spTree>
      <p:nvGrpSpPr>
        <p:cNvPr id="1" name="Shape 53"/>
        <p:cNvGrpSpPr/>
        <p:nvPr/>
      </p:nvGrpSpPr>
      <p:grpSpPr>
        <a:xfrm>
          <a:off x="0" y="0"/>
          <a:ext cx="0" cy="0"/>
          <a:chOff x="0" y="0"/>
          <a:chExt cx="0" cy="0"/>
        </a:xfrm>
      </p:grpSpPr>
      <p:sp>
        <p:nvSpPr>
          <p:cNvPr id="54" name="Google Shape;54;p14"/>
          <p:cNvSpPr/>
          <p:nvPr/>
        </p:nvSpPr>
        <p:spPr>
          <a:xfrm rot="3659249">
            <a:off x="3884409" y="-1334980"/>
            <a:ext cx="7813599" cy="7813599"/>
          </a:xfrm>
          <a:prstGeom prst="ellipse">
            <a:avLst/>
          </a:prstGeom>
          <a:gradFill>
            <a:gsLst>
              <a:gs pos="0">
                <a:schemeClr val="accent4"/>
              </a:gs>
              <a:gs pos="100000">
                <a:schemeClr val="dk1"/>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55" name="Google Shape;55;p14"/>
          <p:cNvSpPr txBox="1">
            <a:spLocks noGrp="1"/>
          </p:cNvSpPr>
          <p:nvPr>
            <p:ph type="title"/>
          </p:nvPr>
        </p:nvSpPr>
        <p:spPr>
          <a:xfrm>
            <a:off x="226100" y="144575"/>
            <a:ext cx="8689200" cy="23226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6400">
                <a:latin typeface="Space Grotesk Light"/>
                <a:ea typeface="Space Grotesk Light"/>
                <a:cs typeface="Space Grotesk Light"/>
                <a:sym typeface="Space Grotesk Light"/>
              </a:defRPr>
            </a:lvl1pPr>
            <a:lvl2pPr lvl="1">
              <a:lnSpc>
                <a:spcPct val="85000"/>
              </a:lnSpc>
              <a:spcBef>
                <a:spcPts val="0"/>
              </a:spcBef>
              <a:spcAft>
                <a:spcPts val="0"/>
              </a:spcAft>
              <a:buNone/>
              <a:defRPr sz="6400">
                <a:latin typeface="Space Grotesk Light"/>
                <a:ea typeface="Space Grotesk Light"/>
                <a:cs typeface="Space Grotesk Light"/>
                <a:sym typeface="Space Grotesk Light"/>
              </a:defRPr>
            </a:lvl2pPr>
            <a:lvl3pPr lvl="2">
              <a:lnSpc>
                <a:spcPct val="85000"/>
              </a:lnSpc>
              <a:spcBef>
                <a:spcPts val="0"/>
              </a:spcBef>
              <a:spcAft>
                <a:spcPts val="0"/>
              </a:spcAft>
              <a:buNone/>
              <a:defRPr sz="6400">
                <a:latin typeface="Space Grotesk Light"/>
                <a:ea typeface="Space Grotesk Light"/>
                <a:cs typeface="Space Grotesk Light"/>
                <a:sym typeface="Space Grotesk Light"/>
              </a:defRPr>
            </a:lvl3pPr>
            <a:lvl4pPr lvl="3">
              <a:lnSpc>
                <a:spcPct val="85000"/>
              </a:lnSpc>
              <a:spcBef>
                <a:spcPts val="0"/>
              </a:spcBef>
              <a:spcAft>
                <a:spcPts val="0"/>
              </a:spcAft>
              <a:buNone/>
              <a:defRPr sz="6400">
                <a:latin typeface="Space Grotesk Light"/>
                <a:ea typeface="Space Grotesk Light"/>
                <a:cs typeface="Space Grotesk Light"/>
                <a:sym typeface="Space Grotesk Light"/>
              </a:defRPr>
            </a:lvl4pPr>
            <a:lvl5pPr lvl="4">
              <a:lnSpc>
                <a:spcPct val="85000"/>
              </a:lnSpc>
              <a:spcBef>
                <a:spcPts val="0"/>
              </a:spcBef>
              <a:spcAft>
                <a:spcPts val="0"/>
              </a:spcAft>
              <a:buNone/>
              <a:defRPr sz="6400">
                <a:latin typeface="Space Grotesk Light"/>
                <a:ea typeface="Space Grotesk Light"/>
                <a:cs typeface="Space Grotesk Light"/>
                <a:sym typeface="Space Grotesk Light"/>
              </a:defRPr>
            </a:lvl5pPr>
            <a:lvl6pPr lvl="5">
              <a:lnSpc>
                <a:spcPct val="85000"/>
              </a:lnSpc>
              <a:spcBef>
                <a:spcPts val="0"/>
              </a:spcBef>
              <a:spcAft>
                <a:spcPts val="0"/>
              </a:spcAft>
              <a:buNone/>
              <a:defRPr sz="6400">
                <a:latin typeface="Space Grotesk Light"/>
                <a:ea typeface="Space Grotesk Light"/>
                <a:cs typeface="Space Grotesk Light"/>
                <a:sym typeface="Space Grotesk Light"/>
              </a:defRPr>
            </a:lvl6pPr>
            <a:lvl7pPr lvl="6">
              <a:lnSpc>
                <a:spcPct val="85000"/>
              </a:lnSpc>
              <a:spcBef>
                <a:spcPts val="0"/>
              </a:spcBef>
              <a:spcAft>
                <a:spcPts val="0"/>
              </a:spcAft>
              <a:buNone/>
              <a:defRPr sz="6400">
                <a:latin typeface="Space Grotesk Light"/>
                <a:ea typeface="Space Grotesk Light"/>
                <a:cs typeface="Space Grotesk Light"/>
                <a:sym typeface="Space Grotesk Light"/>
              </a:defRPr>
            </a:lvl7pPr>
            <a:lvl8pPr lvl="7">
              <a:lnSpc>
                <a:spcPct val="85000"/>
              </a:lnSpc>
              <a:spcBef>
                <a:spcPts val="0"/>
              </a:spcBef>
              <a:spcAft>
                <a:spcPts val="0"/>
              </a:spcAft>
              <a:buNone/>
              <a:defRPr sz="6400">
                <a:latin typeface="Space Grotesk Light"/>
                <a:ea typeface="Space Grotesk Light"/>
                <a:cs typeface="Space Grotesk Light"/>
                <a:sym typeface="Space Grotesk Light"/>
              </a:defRPr>
            </a:lvl8pPr>
            <a:lvl9pPr lvl="8">
              <a:lnSpc>
                <a:spcPct val="85000"/>
              </a:lnSpc>
              <a:spcBef>
                <a:spcPts val="0"/>
              </a:spcBef>
              <a:spcAft>
                <a:spcPts val="0"/>
              </a:spcAft>
              <a:buNone/>
              <a:defRPr sz="6400">
                <a:latin typeface="Space Grotesk Light"/>
                <a:ea typeface="Space Grotesk Light"/>
                <a:cs typeface="Space Grotesk Light"/>
                <a:sym typeface="Space Grotesk Light"/>
              </a:defRPr>
            </a:lvl9pPr>
          </a:lstStyle>
          <a:p>
            <a:endParaRPr/>
          </a:p>
        </p:txBody>
      </p:sp>
      <p:sp>
        <p:nvSpPr>
          <p:cNvPr id="56" name="Google Shape;56;p14"/>
          <p:cNvSpPr txBox="1">
            <a:spLocks noGrp="1"/>
          </p:cNvSpPr>
          <p:nvPr>
            <p:ph type="title" idx="2"/>
          </p:nvPr>
        </p:nvSpPr>
        <p:spPr>
          <a:xfrm>
            <a:off x="1404200" y="2784425"/>
            <a:ext cx="7551000" cy="2280300"/>
          </a:xfrm>
          <a:prstGeom prst="rect">
            <a:avLst/>
          </a:prstGeom>
        </p:spPr>
        <p:txBody>
          <a:bodyPr spcFirstLastPara="1" wrap="square" lIns="0" tIns="0" rIns="0" bIns="0" anchor="b" anchorCtr="0">
            <a:noAutofit/>
          </a:bodyPr>
          <a:lstStyle>
            <a:lvl1pPr lvl="0" algn="r">
              <a:lnSpc>
                <a:spcPct val="85000"/>
              </a:lnSpc>
              <a:spcBef>
                <a:spcPts val="0"/>
              </a:spcBef>
              <a:spcAft>
                <a:spcPts val="0"/>
              </a:spcAft>
              <a:buNone/>
              <a:defRPr sz="6400">
                <a:latin typeface="Space Grotesk Light"/>
                <a:ea typeface="Space Grotesk Light"/>
                <a:cs typeface="Space Grotesk Light"/>
                <a:sym typeface="Space Grotesk Light"/>
              </a:defRPr>
            </a:lvl1pPr>
            <a:lvl2pPr lvl="1" algn="r">
              <a:lnSpc>
                <a:spcPct val="85000"/>
              </a:lnSpc>
              <a:spcBef>
                <a:spcPts val="0"/>
              </a:spcBef>
              <a:spcAft>
                <a:spcPts val="0"/>
              </a:spcAft>
              <a:buNone/>
              <a:defRPr sz="6400">
                <a:latin typeface="Space Grotesk Light"/>
                <a:ea typeface="Space Grotesk Light"/>
                <a:cs typeface="Space Grotesk Light"/>
                <a:sym typeface="Space Grotesk Light"/>
              </a:defRPr>
            </a:lvl2pPr>
            <a:lvl3pPr lvl="2" algn="r">
              <a:lnSpc>
                <a:spcPct val="85000"/>
              </a:lnSpc>
              <a:spcBef>
                <a:spcPts val="0"/>
              </a:spcBef>
              <a:spcAft>
                <a:spcPts val="0"/>
              </a:spcAft>
              <a:buNone/>
              <a:defRPr sz="6400">
                <a:latin typeface="Space Grotesk Light"/>
                <a:ea typeface="Space Grotesk Light"/>
                <a:cs typeface="Space Grotesk Light"/>
                <a:sym typeface="Space Grotesk Light"/>
              </a:defRPr>
            </a:lvl3pPr>
            <a:lvl4pPr lvl="3" algn="r">
              <a:lnSpc>
                <a:spcPct val="85000"/>
              </a:lnSpc>
              <a:spcBef>
                <a:spcPts val="0"/>
              </a:spcBef>
              <a:spcAft>
                <a:spcPts val="0"/>
              </a:spcAft>
              <a:buNone/>
              <a:defRPr sz="6400">
                <a:latin typeface="Space Grotesk Light"/>
                <a:ea typeface="Space Grotesk Light"/>
                <a:cs typeface="Space Grotesk Light"/>
                <a:sym typeface="Space Grotesk Light"/>
              </a:defRPr>
            </a:lvl4pPr>
            <a:lvl5pPr lvl="4" algn="r">
              <a:lnSpc>
                <a:spcPct val="85000"/>
              </a:lnSpc>
              <a:spcBef>
                <a:spcPts val="0"/>
              </a:spcBef>
              <a:spcAft>
                <a:spcPts val="0"/>
              </a:spcAft>
              <a:buNone/>
              <a:defRPr sz="6400">
                <a:latin typeface="Space Grotesk Light"/>
                <a:ea typeface="Space Grotesk Light"/>
                <a:cs typeface="Space Grotesk Light"/>
                <a:sym typeface="Space Grotesk Light"/>
              </a:defRPr>
            </a:lvl5pPr>
            <a:lvl6pPr lvl="5" algn="r">
              <a:lnSpc>
                <a:spcPct val="85000"/>
              </a:lnSpc>
              <a:spcBef>
                <a:spcPts val="0"/>
              </a:spcBef>
              <a:spcAft>
                <a:spcPts val="0"/>
              </a:spcAft>
              <a:buNone/>
              <a:defRPr sz="6400">
                <a:latin typeface="Space Grotesk Light"/>
                <a:ea typeface="Space Grotesk Light"/>
                <a:cs typeface="Space Grotesk Light"/>
                <a:sym typeface="Space Grotesk Light"/>
              </a:defRPr>
            </a:lvl6pPr>
            <a:lvl7pPr lvl="6" algn="r">
              <a:lnSpc>
                <a:spcPct val="85000"/>
              </a:lnSpc>
              <a:spcBef>
                <a:spcPts val="0"/>
              </a:spcBef>
              <a:spcAft>
                <a:spcPts val="0"/>
              </a:spcAft>
              <a:buNone/>
              <a:defRPr sz="6400">
                <a:latin typeface="Space Grotesk Light"/>
                <a:ea typeface="Space Grotesk Light"/>
                <a:cs typeface="Space Grotesk Light"/>
                <a:sym typeface="Space Grotesk Light"/>
              </a:defRPr>
            </a:lvl7pPr>
            <a:lvl8pPr lvl="7" algn="r">
              <a:lnSpc>
                <a:spcPct val="85000"/>
              </a:lnSpc>
              <a:spcBef>
                <a:spcPts val="0"/>
              </a:spcBef>
              <a:spcAft>
                <a:spcPts val="0"/>
              </a:spcAft>
              <a:buNone/>
              <a:defRPr sz="6400">
                <a:latin typeface="Space Grotesk Light"/>
                <a:ea typeface="Space Grotesk Light"/>
                <a:cs typeface="Space Grotesk Light"/>
                <a:sym typeface="Space Grotesk Light"/>
              </a:defRPr>
            </a:lvl8pPr>
            <a:lvl9pPr lvl="8" algn="r">
              <a:lnSpc>
                <a:spcPct val="85000"/>
              </a:lnSpc>
              <a:spcBef>
                <a:spcPts val="0"/>
              </a:spcBef>
              <a:spcAft>
                <a:spcPts val="0"/>
              </a:spcAft>
              <a:buNone/>
              <a:defRPr sz="6400">
                <a:latin typeface="Space Grotesk Light"/>
                <a:ea typeface="Space Grotesk Light"/>
                <a:cs typeface="Space Grotesk Light"/>
                <a:sym typeface="Space Grotesk Light"/>
              </a:defRPr>
            </a:lvl9pPr>
          </a:lstStyle>
          <a:p>
            <a:endParaRPr/>
          </a:p>
        </p:txBody>
      </p:sp>
      <p:sp>
        <p:nvSpPr>
          <p:cNvPr id="57" name="Google Shape;57;p14"/>
          <p:cNvSpPr txBox="1">
            <a:spLocks noGrp="1"/>
          </p:cNvSpPr>
          <p:nvPr>
            <p:ph type="subTitle" idx="1"/>
          </p:nvPr>
        </p:nvSpPr>
        <p:spPr>
          <a:xfrm>
            <a:off x="228600" y="2888900"/>
            <a:ext cx="5107800" cy="369300"/>
          </a:xfrm>
          <a:prstGeom prst="rect">
            <a:avLst/>
          </a:prstGeom>
        </p:spPr>
        <p:txBody>
          <a:bodyPr spcFirstLastPara="1" wrap="square" lIns="0" tIns="0" rIns="0" bIns="0" anchor="t" anchorCtr="0">
            <a:spAutoFit/>
          </a:bodyPr>
          <a:lstStyle>
            <a:lvl1pPr lvl="0">
              <a:spcBef>
                <a:spcPts val="0"/>
              </a:spcBef>
              <a:spcAft>
                <a:spcPts val="0"/>
              </a:spcAft>
              <a:buClr>
                <a:schemeClr val="accent2"/>
              </a:buClr>
              <a:buSzPts val="2400"/>
              <a:buFont typeface="Space Grotesk"/>
              <a:buNone/>
              <a:defRPr sz="2400">
                <a:solidFill>
                  <a:schemeClr val="accent2"/>
                </a:solidFill>
              </a:defRPr>
            </a:lvl1pPr>
            <a:lvl2pPr lvl="1">
              <a:spcBef>
                <a:spcPts val="0"/>
              </a:spcBef>
              <a:spcAft>
                <a:spcPts val="0"/>
              </a:spcAft>
              <a:buClr>
                <a:schemeClr val="accent2"/>
              </a:buClr>
              <a:buSzPts val="2400"/>
              <a:buFont typeface="Space Grotesk"/>
              <a:buNone/>
              <a:defRPr sz="2400">
                <a:solidFill>
                  <a:schemeClr val="accent2"/>
                </a:solidFill>
              </a:defRPr>
            </a:lvl2pPr>
            <a:lvl3pPr lvl="2">
              <a:spcBef>
                <a:spcPts val="0"/>
              </a:spcBef>
              <a:spcAft>
                <a:spcPts val="0"/>
              </a:spcAft>
              <a:buClr>
                <a:schemeClr val="accent2"/>
              </a:buClr>
              <a:buSzPts val="2400"/>
              <a:buFont typeface="Space Grotesk"/>
              <a:buNone/>
              <a:defRPr sz="2400">
                <a:solidFill>
                  <a:schemeClr val="accent2"/>
                </a:solidFill>
              </a:defRPr>
            </a:lvl3pPr>
            <a:lvl4pPr lvl="3">
              <a:spcBef>
                <a:spcPts val="0"/>
              </a:spcBef>
              <a:spcAft>
                <a:spcPts val="0"/>
              </a:spcAft>
              <a:buClr>
                <a:schemeClr val="accent2"/>
              </a:buClr>
              <a:buSzPts val="2400"/>
              <a:buFont typeface="Space Grotesk"/>
              <a:buNone/>
              <a:defRPr sz="2400">
                <a:solidFill>
                  <a:schemeClr val="accent2"/>
                </a:solidFill>
              </a:defRPr>
            </a:lvl4pPr>
            <a:lvl5pPr lvl="4">
              <a:spcBef>
                <a:spcPts val="0"/>
              </a:spcBef>
              <a:spcAft>
                <a:spcPts val="0"/>
              </a:spcAft>
              <a:buClr>
                <a:schemeClr val="accent2"/>
              </a:buClr>
              <a:buSzPts val="2400"/>
              <a:buFont typeface="Space Grotesk"/>
              <a:buNone/>
              <a:defRPr sz="2400">
                <a:solidFill>
                  <a:schemeClr val="accent2"/>
                </a:solidFill>
              </a:defRPr>
            </a:lvl5pPr>
            <a:lvl6pPr lvl="5">
              <a:spcBef>
                <a:spcPts val="0"/>
              </a:spcBef>
              <a:spcAft>
                <a:spcPts val="0"/>
              </a:spcAft>
              <a:buClr>
                <a:schemeClr val="accent2"/>
              </a:buClr>
              <a:buSzPts val="2400"/>
              <a:buFont typeface="Space Grotesk"/>
              <a:buNone/>
              <a:defRPr sz="2400">
                <a:solidFill>
                  <a:schemeClr val="accent2"/>
                </a:solidFill>
              </a:defRPr>
            </a:lvl6pPr>
            <a:lvl7pPr lvl="6">
              <a:spcBef>
                <a:spcPts val="0"/>
              </a:spcBef>
              <a:spcAft>
                <a:spcPts val="0"/>
              </a:spcAft>
              <a:buClr>
                <a:schemeClr val="accent2"/>
              </a:buClr>
              <a:buSzPts val="2400"/>
              <a:buFont typeface="Space Grotesk"/>
              <a:buNone/>
              <a:defRPr sz="2400">
                <a:solidFill>
                  <a:schemeClr val="accent2"/>
                </a:solidFill>
              </a:defRPr>
            </a:lvl7pPr>
            <a:lvl8pPr lvl="7">
              <a:spcBef>
                <a:spcPts val="0"/>
              </a:spcBef>
              <a:spcAft>
                <a:spcPts val="0"/>
              </a:spcAft>
              <a:buClr>
                <a:schemeClr val="accent2"/>
              </a:buClr>
              <a:buSzPts val="2400"/>
              <a:buFont typeface="Space Grotesk"/>
              <a:buNone/>
              <a:defRPr sz="2400">
                <a:solidFill>
                  <a:schemeClr val="accent2"/>
                </a:solidFill>
              </a:defRPr>
            </a:lvl8pPr>
            <a:lvl9pPr lvl="8">
              <a:spcBef>
                <a:spcPts val="0"/>
              </a:spcBef>
              <a:spcAft>
                <a:spcPts val="0"/>
              </a:spcAft>
              <a:buClr>
                <a:schemeClr val="accent2"/>
              </a:buClr>
              <a:buSzPts val="2400"/>
              <a:buFont typeface="Space Grotesk"/>
              <a:buNone/>
              <a:defRPr sz="2400">
                <a:solidFill>
                  <a:schemeClr val="accent2"/>
                </a:solidFill>
              </a:defRPr>
            </a:lvl9pPr>
          </a:lstStyle>
          <a:p>
            <a:endParaRPr/>
          </a:p>
        </p:txBody>
      </p:sp>
      <p:sp>
        <p:nvSpPr>
          <p:cNvPr id="58" name="Google Shape;58;p14"/>
          <p:cNvSpPr txBox="1">
            <a:spLocks noGrp="1"/>
          </p:cNvSpPr>
          <p:nvPr>
            <p:ph type="subTitle" idx="3"/>
          </p:nvPr>
        </p:nvSpPr>
        <p:spPr>
          <a:xfrm>
            <a:off x="226100" y="4801613"/>
            <a:ext cx="2818200" cy="1107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59" name="Google Shape;59;p14"/>
          <p:cNvSpPr txBox="1">
            <a:spLocks noGrp="1"/>
          </p:cNvSpPr>
          <p:nvPr>
            <p:ph type="subTitle" idx="4"/>
          </p:nvPr>
        </p:nvSpPr>
        <p:spPr>
          <a:xfrm>
            <a:off x="6097200" y="3018188"/>
            <a:ext cx="2818200" cy="110700"/>
          </a:xfrm>
          <a:prstGeom prst="rect">
            <a:avLst/>
          </a:prstGeom>
        </p:spPr>
        <p:txBody>
          <a:bodyPr spcFirstLastPara="1" wrap="square" lIns="0" tIns="0" rIns="0" bIns="0" anchor="ctr" anchorCtr="0">
            <a:noAutofit/>
          </a:bodyPr>
          <a:lstStyle>
            <a:lvl1pPr lvl="0" algn="r">
              <a:spcBef>
                <a:spcPts val="0"/>
              </a:spcBef>
              <a:spcAft>
                <a:spcPts val="0"/>
              </a:spcAft>
              <a:buClr>
                <a:schemeClr val="lt1"/>
              </a:buClr>
              <a:buSzPts val="1000"/>
              <a:buFont typeface="Roboto"/>
              <a:buNone/>
              <a:defRPr sz="1000">
                <a:latin typeface="Roboto"/>
                <a:ea typeface="Roboto"/>
                <a:cs typeface="Roboto"/>
                <a:sym typeface="Roboto"/>
              </a:defRPr>
            </a:lvl1pPr>
            <a:lvl2pPr lvl="1" algn="r">
              <a:spcBef>
                <a:spcPts val="0"/>
              </a:spcBef>
              <a:spcAft>
                <a:spcPts val="0"/>
              </a:spcAft>
              <a:buClr>
                <a:schemeClr val="lt1"/>
              </a:buClr>
              <a:buSzPts val="1000"/>
              <a:buFont typeface="Roboto"/>
              <a:buNone/>
              <a:defRPr sz="1000">
                <a:latin typeface="Roboto"/>
                <a:ea typeface="Roboto"/>
                <a:cs typeface="Roboto"/>
                <a:sym typeface="Roboto"/>
              </a:defRPr>
            </a:lvl2pPr>
            <a:lvl3pPr lvl="2" algn="r">
              <a:spcBef>
                <a:spcPts val="0"/>
              </a:spcBef>
              <a:spcAft>
                <a:spcPts val="0"/>
              </a:spcAft>
              <a:buClr>
                <a:schemeClr val="lt1"/>
              </a:buClr>
              <a:buSzPts val="1000"/>
              <a:buFont typeface="Roboto"/>
              <a:buNone/>
              <a:defRPr sz="1000">
                <a:latin typeface="Roboto"/>
                <a:ea typeface="Roboto"/>
                <a:cs typeface="Roboto"/>
                <a:sym typeface="Roboto"/>
              </a:defRPr>
            </a:lvl3pPr>
            <a:lvl4pPr lvl="3" algn="r">
              <a:spcBef>
                <a:spcPts val="0"/>
              </a:spcBef>
              <a:spcAft>
                <a:spcPts val="0"/>
              </a:spcAft>
              <a:buClr>
                <a:schemeClr val="lt1"/>
              </a:buClr>
              <a:buSzPts val="1000"/>
              <a:buFont typeface="Roboto"/>
              <a:buNone/>
              <a:defRPr sz="1000">
                <a:latin typeface="Roboto"/>
                <a:ea typeface="Roboto"/>
                <a:cs typeface="Roboto"/>
                <a:sym typeface="Roboto"/>
              </a:defRPr>
            </a:lvl4pPr>
            <a:lvl5pPr lvl="4" algn="r">
              <a:spcBef>
                <a:spcPts val="0"/>
              </a:spcBef>
              <a:spcAft>
                <a:spcPts val="0"/>
              </a:spcAft>
              <a:buClr>
                <a:schemeClr val="lt1"/>
              </a:buClr>
              <a:buSzPts val="1000"/>
              <a:buFont typeface="Roboto"/>
              <a:buNone/>
              <a:defRPr sz="1000">
                <a:latin typeface="Roboto"/>
                <a:ea typeface="Roboto"/>
                <a:cs typeface="Roboto"/>
                <a:sym typeface="Roboto"/>
              </a:defRPr>
            </a:lvl5pPr>
            <a:lvl6pPr lvl="5" algn="r">
              <a:spcBef>
                <a:spcPts val="0"/>
              </a:spcBef>
              <a:spcAft>
                <a:spcPts val="0"/>
              </a:spcAft>
              <a:buClr>
                <a:schemeClr val="lt1"/>
              </a:buClr>
              <a:buSzPts val="1000"/>
              <a:buFont typeface="Roboto"/>
              <a:buNone/>
              <a:defRPr sz="1000">
                <a:latin typeface="Roboto"/>
                <a:ea typeface="Roboto"/>
                <a:cs typeface="Roboto"/>
                <a:sym typeface="Roboto"/>
              </a:defRPr>
            </a:lvl6pPr>
            <a:lvl7pPr lvl="6" algn="r">
              <a:spcBef>
                <a:spcPts val="0"/>
              </a:spcBef>
              <a:spcAft>
                <a:spcPts val="0"/>
              </a:spcAft>
              <a:buClr>
                <a:schemeClr val="lt1"/>
              </a:buClr>
              <a:buSzPts val="1000"/>
              <a:buFont typeface="Roboto"/>
              <a:buNone/>
              <a:defRPr sz="1000">
                <a:latin typeface="Roboto"/>
                <a:ea typeface="Roboto"/>
                <a:cs typeface="Roboto"/>
                <a:sym typeface="Roboto"/>
              </a:defRPr>
            </a:lvl7pPr>
            <a:lvl8pPr lvl="7" algn="r">
              <a:spcBef>
                <a:spcPts val="0"/>
              </a:spcBef>
              <a:spcAft>
                <a:spcPts val="0"/>
              </a:spcAft>
              <a:buClr>
                <a:schemeClr val="lt1"/>
              </a:buClr>
              <a:buSzPts val="1000"/>
              <a:buFont typeface="Roboto"/>
              <a:buNone/>
              <a:defRPr sz="1000">
                <a:latin typeface="Roboto"/>
                <a:ea typeface="Roboto"/>
                <a:cs typeface="Roboto"/>
                <a:sym typeface="Roboto"/>
              </a:defRPr>
            </a:lvl8pPr>
            <a:lvl9pPr lvl="8" algn="r">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description and two images">
  <p:cSld name="CUSTOM_3">
    <p:bg>
      <p:bgPr>
        <a:gradFill>
          <a:gsLst>
            <a:gs pos="0">
              <a:schemeClr val="accent4"/>
            </a:gs>
            <a:gs pos="100000">
              <a:schemeClr val="dk1"/>
            </a:gs>
          </a:gsLst>
          <a:path path="circle">
            <a:fillToRect l="50000" t="50000" r="50000" b="50000"/>
          </a:path>
          <a:tileRect/>
        </a:gradFill>
        <a:effectLst/>
      </p:bgPr>
    </p:bg>
    <p:spTree>
      <p:nvGrpSpPr>
        <p:cNvPr id="1" name="Shape 60"/>
        <p:cNvGrpSpPr/>
        <p:nvPr/>
      </p:nvGrpSpPr>
      <p:grpSpPr>
        <a:xfrm>
          <a:off x="0" y="0"/>
          <a:ext cx="0" cy="0"/>
          <a:chOff x="0" y="0"/>
          <a:chExt cx="0" cy="0"/>
        </a:xfrm>
      </p:grpSpPr>
      <p:sp>
        <p:nvSpPr>
          <p:cNvPr id="61" name="Google Shape;61;p15"/>
          <p:cNvSpPr>
            <a:spLocks noGrp="1"/>
          </p:cNvSpPr>
          <p:nvPr>
            <p:ph type="pic" idx="2"/>
          </p:nvPr>
        </p:nvSpPr>
        <p:spPr>
          <a:xfrm>
            <a:off x="3766025" y="2334950"/>
            <a:ext cx="3346200" cy="1574400"/>
          </a:xfrm>
          <a:prstGeom prst="rect">
            <a:avLst/>
          </a:prstGeom>
          <a:noFill/>
          <a:ln>
            <a:noFill/>
          </a:ln>
        </p:spPr>
      </p:sp>
      <p:sp>
        <p:nvSpPr>
          <p:cNvPr id="62" name="Google Shape;62;p15"/>
          <p:cNvSpPr>
            <a:spLocks noGrp="1"/>
          </p:cNvSpPr>
          <p:nvPr>
            <p:ph type="pic" idx="3"/>
          </p:nvPr>
        </p:nvSpPr>
        <p:spPr>
          <a:xfrm>
            <a:off x="228625" y="2334950"/>
            <a:ext cx="3346200" cy="1574400"/>
          </a:xfrm>
          <a:prstGeom prst="rect">
            <a:avLst/>
          </a:prstGeom>
          <a:noFill/>
          <a:ln>
            <a:noFill/>
          </a:ln>
        </p:spPr>
      </p:sp>
      <p:sp>
        <p:nvSpPr>
          <p:cNvPr id="63" name="Google Shape;63;p15"/>
          <p:cNvSpPr txBox="1">
            <a:spLocks noGrp="1"/>
          </p:cNvSpPr>
          <p:nvPr>
            <p:ph type="title"/>
          </p:nvPr>
        </p:nvSpPr>
        <p:spPr>
          <a:xfrm>
            <a:off x="228600" y="881625"/>
            <a:ext cx="5565300" cy="277200"/>
          </a:xfrm>
          <a:prstGeom prst="rect">
            <a:avLst/>
          </a:prstGeom>
        </p:spPr>
        <p:txBody>
          <a:bodyPr spcFirstLastPara="1" wrap="square" lIns="0" tIns="0" rIns="0" bIns="0" anchor="t" anchorCtr="0">
            <a:noAutofit/>
          </a:bodyPr>
          <a:lstStyle>
            <a:lvl1pPr lvl="0">
              <a:spcBef>
                <a:spcPts val="0"/>
              </a:spcBef>
              <a:spcAft>
                <a:spcPts val="0"/>
              </a:spcAft>
              <a:buClr>
                <a:schemeClr val="lt2"/>
              </a:buClr>
              <a:buSzPts val="1800"/>
              <a:buFont typeface="Space Grotesk"/>
              <a:buNone/>
              <a:defRPr sz="1800">
                <a:solidFill>
                  <a:schemeClr val="lt2"/>
                </a:solidFill>
              </a:defRPr>
            </a:lvl1pPr>
            <a:lvl2pPr lvl="1">
              <a:spcBef>
                <a:spcPts val="0"/>
              </a:spcBef>
              <a:spcAft>
                <a:spcPts val="0"/>
              </a:spcAft>
              <a:buClr>
                <a:schemeClr val="lt2"/>
              </a:buClr>
              <a:buSzPts val="1800"/>
              <a:buFont typeface="Space Grotesk"/>
              <a:buNone/>
              <a:defRPr sz="1800">
                <a:solidFill>
                  <a:schemeClr val="lt2"/>
                </a:solidFill>
              </a:defRPr>
            </a:lvl2pPr>
            <a:lvl3pPr lvl="2">
              <a:spcBef>
                <a:spcPts val="0"/>
              </a:spcBef>
              <a:spcAft>
                <a:spcPts val="0"/>
              </a:spcAft>
              <a:buClr>
                <a:schemeClr val="lt2"/>
              </a:buClr>
              <a:buSzPts val="1800"/>
              <a:buFont typeface="Space Grotesk"/>
              <a:buNone/>
              <a:defRPr sz="1800">
                <a:solidFill>
                  <a:schemeClr val="lt2"/>
                </a:solidFill>
              </a:defRPr>
            </a:lvl3pPr>
            <a:lvl4pPr lvl="3">
              <a:spcBef>
                <a:spcPts val="0"/>
              </a:spcBef>
              <a:spcAft>
                <a:spcPts val="0"/>
              </a:spcAft>
              <a:buClr>
                <a:schemeClr val="lt2"/>
              </a:buClr>
              <a:buSzPts val="1800"/>
              <a:buFont typeface="Space Grotesk"/>
              <a:buNone/>
              <a:defRPr sz="1800">
                <a:solidFill>
                  <a:schemeClr val="lt2"/>
                </a:solidFill>
              </a:defRPr>
            </a:lvl4pPr>
            <a:lvl5pPr lvl="4">
              <a:spcBef>
                <a:spcPts val="0"/>
              </a:spcBef>
              <a:spcAft>
                <a:spcPts val="0"/>
              </a:spcAft>
              <a:buClr>
                <a:schemeClr val="lt2"/>
              </a:buClr>
              <a:buSzPts val="1800"/>
              <a:buFont typeface="Space Grotesk"/>
              <a:buNone/>
              <a:defRPr sz="1800">
                <a:solidFill>
                  <a:schemeClr val="lt2"/>
                </a:solidFill>
              </a:defRPr>
            </a:lvl5pPr>
            <a:lvl6pPr lvl="5">
              <a:spcBef>
                <a:spcPts val="0"/>
              </a:spcBef>
              <a:spcAft>
                <a:spcPts val="0"/>
              </a:spcAft>
              <a:buClr>
                <a:schemeClr val="lt2"/>
              </a:buClr>
              <a:buSzPts val="1800"/>
              <a:buFont typeface="Space Grotesk"/>
              <a:buNone/>
              <a:defRPr sz="1800">
                <a:solidFill>
                  <a:schemeClr val="lt2"/>
                </a:solidFill>
              </a:defRPr>
            </a:lvl6pPr>
            <a:lvl7pPr lvl="6">
              <a:spcBef>
                <a:spcPts val="0"/>
              </a:spcBef>
              <a:spcAft>
                <a:spcPts val="0"/>
              </a:spcAft>
              <a:buClr>
                <a:schemeClr val="lt2"/>
              </a:buClr>
              <a:buSzPts val="1800"/>
              <a:buFont typeface="Space Grotesk"/>
              <a:buNone/>
              <a:defRPr sz="1800">
                <a:solidFill>
                  <a:schemeClr val="lt2"/>
                </a:solidFill>
              </a:defRPr>
            </a:lvl7pPr>
            <a:lvl8pPr lvl="7">
              <a:spcBef>
                <a:spcPts val="0"/>
              </a:spcBef>
              <a:spcAft>
                <a:spcPts val="0"/>
              </a:spcAft>
              <a:buClr>
                <a:schemeClr val="lt2"/>
              </a:buClr>
              <a:buSzPts val="1800"/>
              <a:buFont typeface="Space Grotesk"/>
              <a:buNone/>
              <a:defRPr sz="1800">
                <a:solidFill>
                  <a:schemeClr val="lt2"/>
                </a:solidFill>
              </a:defRPr>
            </a:lvl8pPr>
            <a:lvl9pPr lvl="8">
              <a:spcBef>
                <a:spcPts val="0"/>
              </a:spcBef>
              <a:spcAft>
                <a:spcPts val="0"/>
              </a:spcAft>
              <a:buClr>
                <a:schemeClr val="lt2"/>
              </a:buClr>
              <a:buSzPts val="1800"/>
              <a:buFont typeface="Space Grotesk"/>
              <a:buNone/>
              <a:defRPr sz="1800">
                <a:solidFill>
                  <a:schemeClr val="lt2"/>
                </a:solidFill>
              </a:defRPr>
            </a:lvl9pPr>
          </a:lstStyle>
          <a:p>
            <a:endParaRPr/>
          </a:p>
        </p:txBody>
      </p:sp>
      <p:sp>
        <p:nvSpPr>
          <p:cNvPr id="64" name="Google Shape;64;p15"/>
          <p:cNvSpPr txBox="1">
            <a:spLocks noGrp="1"/>
          </p:cNvSpPr>
          <p:nvPr>
            <p:ph type="subTitle" idx="1"/>
          </p:nvPr>
        </p:nvSpPr>
        <p:spPr>
          <a:xfrm>
            <a:off x="244677" y="1660325"/>
            <a:ext cx="4390500" cy="366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65" name="Google Shape;65;p15"/>
          <p:cNvSpPr txBox="1">
            <a:spLocks noGrp="1"/>
          </p:cNvSpPr>
          <p:nvPr>
            <p:ph type="subTitle" idx="4"/>
          </p:nvPr>
        </p:nvSpPr>
        <p:spPr>
          <a:xfrm>
            <a:off x="244675" y="4049575"/>
            <a:ext cx="3215700" cy="1995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a:endParaRPr/>
          </a:p>
        </p:txBody>
      </p:sp>
      <p:sp>
        <p:nvSpPr>
          <p:cNvPr id="66" name="Google Shape;66;p15"/>
          <p:cNvSpPr txBox="1">
            <a:spLocks noGrp="1"/>
          </p:cNvSpPr>
          <p:nvPr>
            <p:ph type="subTitle" idx="5"/>
          </p:nvPr>
        </p:nvSpPr>
        <p:spPr>
          <a:xfrm>
            <a:off x="244675" y="4406777"/>
            <a:ext cx="3215700" cy="1995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67" name="Google Shape;67;p15"/>
          <p:cNvSpPr txBox="1">
            <a:spLocks noGrp="1"/>
          </p:cNvSpPr>
          <p:nvPr>
            <p:ph type="subTitle" idx="6"/>
          </p:nvPr>
        </p:nvSpPr>
        <p:spPr>
          <a:xfrm>
            <a:off x="3766025" y="4049575"/>
            <a:ext cx="3215700" cy="1995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a:endParaRPr/>
          </a:p>
        </p:txBody>
      </p:sp>
      <p:sp>
        <p:nvSpPr>
          <p:cNvPr id="68" name="Google Shape;68;p15"/>
          <p:cNvSpPr txBox="1">
            <a:spLocks noGrp="1"/>
          </p:cNvSpPr>
          <p:nvPr>
            <p:ph type="subTitle" idx="7"/>
          </p:nvPr>
        </p:nvSpPr>
        <p:spPr>
          <a:xfrm>
            <a:off x="3766025" y="4406777"/>
            <a:ext cx="3215700" cy="1995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69" name="Google Shape;69;p15"/>
          <p:cNvSpPr txBox="1">
            <a:spLocks noGrp="1"/>
          </p:cNvSpPr>
          <p:nvPr>
            <p:ph type="title" idx="8" hasCustomPrompt="1"/>
          </p:nvPr>
        </p:nvSpPr>
        <p:spPr>
          <a:xfrm>
            <a:off x="149953" y="271577"/>
            <a:ext cx="1226400" cy="4155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2"/>
              </a:buClr>
              <a:buSzPts val="3000"/>
              <a:buFont typeface="Space Grotesk"/>
              <a:buNone/>
              <a:defRPr sz="3000">
                <a:solidFill>
                  <a:schemeClr val="accent2"/>
                </a:solidFill>
              </a:defRPr>
            </a:lvl1pPr>
            <a:lvl2pPr lvl="1">
              <a:spcBef>
                <a:spcPts val="0"/>
              </a:spcBef>
              <a:spcAft>
                <a:spcPts val="0"/>
              </a:spcAft>
              <a:buClr>
                <a:schemeClr val="accent2"/>
              </a:buClr>
              <a:buSzPts val="3000"/>
              <a:buFont typeface="Space Grotesk"/>
              <a:buNone/>
              <a:defRPr sz="3000">
                <a:solidFill>
                  <a:schemeClr val="accent2"/>
                </a:solidFill>
              </a:defRPr>
            </a:lvl2pPr>
            <a:lvl3pPr lvl="2">
              <a:spcBef>
                <a:spcPts val="0"/>
              </a:spcBef>
              <a:spcAft>
                <a:spcPts val="0"/>
              </a:spcAft>
              <a:buClr>
                <a:schemeClr val="accent2"/>
              </a:buClr>
              <a:buSzPts val="3000"/>
              <a:buFont typeface="Space Grotesk"/>
              <a:buNone/>
              <a:defRPr sz="3000">
                <a:solidFill>
                  <a:schemeClr val="accent2"/>
                </a:solidFill>
              </a:defRPr>
            </a:lvl3pPr>
            <a:lvl4pPr lvl="3">
              <a:spcBef>
                <a:spcPts val="0"/>
              </a:spcBef>
              <a:spcAft>
                <a:spcPts val="0"/>
              </a:spcAft>
              <a:buClr>
                <a:schemeClr val="accent2"/>
              </a:buClr>
              <a:buSzPts val="3000"/>
              <a:buFont typeface="Space Grotesk"/>
              <a:buNone/>
              <a:defRPr sz="3000">
                <a:solidFill>
                  <a:schemeClr val="accent2"/>
                </a:solidFill>
              </a:defRPr>
            </a:lvl4pPr>
            <a:lvl5pPr lvl="4">
              <a:spcBef>
                <a:spcPts val="0"/>
              </a:spcBef>
              <a:spcAft>
                <a:spcPts val="0"/>
              </a:spcAft>
              <a:buClr>
                <a:schemeClr val="accent2"/>
              </a:buClr>
              <a:buSzPts val="3000"/>
              <a:buFont typeface="Space Grotesk"/>
              <a:buNone/>
              <a:defRPr sz="3000">
                <a:solidFill>
                  <a:schemeClr val="accent2"/>
                </a:solidFill>
              </a:defRPr>
            </a:lvl5pPr>
            <a:lvl6pPr lvl="5">
              <a:spcBef>
                <a:spcPts val="0"/>
              </a:spcBef>
              <a:spcAft>
                <a:spcPts val="0"/>
              </a:spcAft>
              <a:buClr>
                <a:schemeClr val="accent2"/>
              </a:buClr>
              <a:buSzPts val="3000"/>
              <a:buFont typeface="Space Grotesk"/>
              <a:buNone/>
              <a:defRPr sz="3000">
                <a:solidFill>
                  <a:schemeClr val="accent2"/>
                </a:solidFill>
              </a:defRPr>
            </a:lvl6pPr>
            <a:lvl7pPr lvl="6">
              <a:spcBef>
                <a:spcPts val="0"/>
              </a:spcBef>
              <a:spcAft>
                <a:spcPts val="0"/>
              </a:spcAft>
              <a:buClr>
                <a:schemeClr val="accent2"/>
              </a:buClr>
              <a:buSzPts val="3000"/>
              <a:buFont typeface="Space Grotesk"/>
              <a:buNone/>
              <a:defRPr sz="3000">
                <a:solidFill>
                  <a:schemeClr val="accent2"/>
                </a:solidFill>
              </a:defRPr>
            </a:lvl7pPr>
            <a:lvl8pPr lvl="7">
              <a:spcBef>
                <a:spcPts val="0"/>
              </a:spcBef>
              <a:spcAft>
                <a:spcPts val="0"/>
              </a:spcAft>
              <a:buClr>
                <a:schemeClr val="accent2"/>
              </a:buClr>
              <a:buSzPts val="3000"/>
              <a:buFont typeface="Space Grotesk"/>
              <a:buNone/>
              <a:defRPr sz="3000">
                <a:solidFill>
                  <a:schemeClr val="accent2"/>
                </a:solidFill>
              </a:defRPr>
            </a:lvl8pPr>
            <a:lvl9pPr lvl="8">
              <a:spcBef>
                <a:spcPts val="0"/>
              </a:spcBef>
              <a:spcAft>
                <a:spcPts val="0"/>
              </a:spcAft>
              <a:buClr>
                <a:schemeClr val="accent2"/>
              </a:buClr>
              <a:buSzPts val="3000"/>
              <a:buFont typeface="Space Grotesk"/>
              <a:buNone/>
              <a:defRPr sz="3000">
                <a:solidFill>
                  <a:schemeClr val="accent2"/>
                </a:solidFill>
              </a:defRPr>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p:cSld name="BLANK_1_1">
    <p:bg>
      <p:bgPr>
        <a:gradFill>
          <a:gsLst>
            <a:gs pos="0">
              <a:schemeClr val="accent4"/>
            </a:gs>
            <a:gs pos="100000">
              <a:schemeClr val="dk1"/>
            </a:gs>
          </a:gsLst>
          <a:path path="circle">
            <a:fillToRect l="50000" t="50000" r="50000" b="50000"/>
          </a:path>
          <a:tileRect/>
        </a:gradFill>
        <a:effectLst/>
      </p:bgPr>
    </p:bg>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212450" y="177900"/>
            <a:ext cx="5789400" cy="4065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72" name="Google Shape;72;p16"/>
          <p:cNvSpPr txBox="1">
            <a:spLocks noGrp="1"/>
          </p:cNvSpPr>
          <p:nvPr>
            <p:ph type="body" idx="1"/>
          </p:nvPr>
        </p:nvSpPr>
        <p:spPr>
          <a:xfrm>
            <a:off x="228600" y="1177425"/>
            <a:ext cx="3755700" cy="1792800"/>
          </a:xfrm>
          <a:prstGeom prst="rect">
            <a:avLst/>
          </a:prstGeom>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Roboto"/>
              <a:buChar char="●"/>
              <a:defRPr/>
            </a:lvl1pPr>
            <a:lvl2pPr marL="914400" lvl="1" indent="-292100">
              <a:lnSpc>
                <a:spcPct val="115000"/>
              </a:lnSpc>
              <a:spcBef>
                <a:spcPts val="800"/>
              </a:spcBef>
              <a:spcAft>
                <a:spcPts val="0"/>
              </a:spcAft>
              <a:buClr>
                <a:schemeClr val="lt1"/>
              </a:buClr>
              <a:buSzPts val="1000"/>
              <a:buFont typeface="Roboto"/>
              <a:buChar char="○"/>
              <a:defRPr/>
            </a:lvl2pPr>
            <a:lvl3pPr marL="1371600" lvl="2" indent="-292100">
              <a:lnSpc>
                <a:spcPct val="115000"/>
              </a:lnSpc>
              <a:spcBef>
                <a:spcPts val="800"/>
              </a:spcBef>
              <a:spcAft>
                <a:spcPts val="0"/>
              </a:spcAft>
              <a:buClr>
                <a:schemeClr val="lt1"/>
              </a:buClr>
              <a:buSzPts val="1000"/>
              <a:buFont typeface="Roboto"/>
              <a:buChar char="■"/>
              <a:defRPr/>
            </a:lvl3pPr>
            <a:lvl4pPr marL="1828800" lvl="3" indent="-292100">
              <a:lnSpc>
                <a:spcPct val="115000"/>
              </a:lnSpc>
              <a:spcBef>
                <a:spcPts val="800"/>
              </a:spcBef>
              <a:spcAft>
                <a:spcPts val="0"/>
              </a:spcAft>
              <a:buClr>
                <a:schemeClr val="lt1"/>
              </a:buClr>
              <a:buSzPts val="1000"/>
              <a:buFont typeface="Roboto"/>
              <a:buChar char="●"/>
              <a:defRPr/>
            </a:lvl4pPr>
            <a:lvl5pPr marL="2286000" lvl="4" indent="-292100">
              <a:lnSpc>
                <a:spcPct val="115000"/>
              </a:lnSpc>
              <a:spcBef>
                <a:spcPts val="800"/>
              </a:spcBef>
              <a:spcAft>
                <a:spcPts val="0"/>
              </a:spcAft>
              <a:buClr>
                <a:schemeClr val="lt1"/>
              </a:buClr>
              <a:buSzPts val="1000"/>
              <a:buFont typeface="Roboto"/>
              <a:buChar char="○"/>
              <a:defRPr/>
            </a:lvl5pPr>
            <a:lvl6pPr marL="2743200" lvl="5" indent="-292100">
              <a:lnSpc>
                <a:spcPct val="115000"/>
              </a:lnSpc>
              <a:spcBef>
                <a:spcPts val="800"/>
              </a:spcBef>
              <a:spcAft>
                <a:spcPts val="0"/>
              </a:spcAft>
              <a:buClr>
                <a:schemeClr val="lt1"/>
              </a:buClr>
              <a:buSzPts val="1000"/>
              <a:buFont typeface="Roboto"/>
              <a:buChar char="■"/>
              <a:defRPr/>
            </a:lvl6pPr>
            <a:lvl7pPr marL="3200400" lvl="6" indent="-292100">
              <a:lnSpc>
                <a:spcPct val="115000"/>
              </a:lnSpc>
              <a:spcBef>
                <a:spcPts val="800"/>
              </a:spcBef>
              <a:spcAft>
                <a:spcPts val="0"/>
              </a:spcAft>
              <a:buClr>
                <a:schemeClr val="lt1"/>
              </a:buClr>
              <a:buSzPts val="1000"/>
              <a:buFont typeface="Roboto"/>
              <a:buChar char="●"/>
              <a:defRPr/>
            </a:lvl7pPr>
            <a:lvl8pPr marL="3657600" lvl="7" indent="-292100">
              <a:lnSpc>
                <a:spcPct val="115000"/>
              </a:lnSpc>
              <a:spcBef>
                <a:spcPts val="800"/>
              </a:spcBef>
              <a:spcAft>
                <a:spcPts val="0"/>
              </a:spcAft>
              <a:buClr>
                <a:schemeClr val="lt1"/>
              </a:buClr>
              <a:buSzPts val="1000"/>
              <a:buFont typeface="Roboto"/>
              <a:buChar char="○"/>
              <a:defRPr/>
            </a:lvl8pPr>
            <a:lvl9pPr marL="4114800" lvl="8" indent="-292100">
              <a:lnSpc>
                <a:spcPct val="115000"/>
              </a:lnSpc>
              <a:spcBef>
                <a:spcPts val="800"/>
              </a:spcBef>
              <a:spcAft>
                <a:spcPts val="800"/>
              </a:spcAft>
              <a:buClr>
                <a:schemeClr val="lt1"/>
              </a:buClr>
              <a:buSzPts val="1000"/>
              <a:buFont typeface="Roboto"/>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BLANK_1_1_2">
    <p:bg>
      <p:bgPr>
        <a:gradFill>
          <a:gsLst>
            <a:gs pos="0">
              <a:schemeClr val="accent4"/>
            </a:gs>
            <a:gs pos="100000">
              <a:schemeClr val="dk1"/>
            </a:gs>
          </a:gsLst>
          <a:path path="circle">
            <a:fillToRect l="50000" t="50000" r="50000" b="50000"/>
          </a:path>
          <a:tileRect/>
        </a:gradFill>
        <a:effectLst/>
      </p:bgPr>
    </p:bg>
    <p:spTree>
      <p:nvGrpSpPr>
        <p:cNvPr id="1" name="Shape 73"/>
        <p:cNvGrpSpPr/>
        <p:nvPr/>
      </p:nvGrpSpPr>
      <p:grpSpPr>
        <a:xfrm>
          <a:off x="0" y="0"/>
          <a:ext cx="0" cy="0"/>
          <a:chOff x="0" y="0"/>
          <a:chExt cx="0" cy="0"/>
        </a:xfrm>
      </p:grpSpPr>
      <p:sp>
        <p:nvSpPr>
          <p:cNvPr id="74" name="Google Shape;74;p17"/>
          <p:cNvSpPr txBox="1">
            <a:spLocks noGrp="1"/>
          </p:cNvSpPr>
          <p:nvPr>
            <p:ph type="title"/>
          </p:nvPr>
        </p:nvSpPr>
        <p:spPr>
          <a:xfrm>
            <a:off x="212450" y="177900"/>
            <a:ext cx="5789400" cy="4065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75" name="Google Shape;75;p17"/>
          <p:cNvSpPr txBox="1">
            <a:spLocks noGrp="1"/>
          </p:cNvSpPr>
          <p:nvPr>
            <p:ph type="body" idx="1"/>
          </p:nvPr>
        </p:nvSpPr>
        <p:spPr>
          <a:xfrm>
            <a:off x="228600" y="1177425"/>
            <a:ext cx="3755700" cy="2208000"/>
          </a:xfrm>
          <a:prstGeom prst="rect">
            <a:avLst/>
          </a:prstGeom>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Roboto"/>
              <a:buChar char="●"/>
              <a:defRPr/>
            </a:lvl1pPr>
            <a:lvl2pPr marL="914400" lvl="1" indent="-292100">
              <a:lnSpc>
                <a:spcPct val="115000"/>
              </a:lnSpc>
              <a:spcBef>
                <a:spcPts val="800"/>
              </a:spcBef>
              <a:spcAft>
                <a:spcPts val="0"/>
              </a:spcAft>
              <a:buClr>
                <a:schemeClr val="lt1"/>
              </a:buClr>
              <a:buSzPts val="1000"/>
              <a:buFont typeface="Roboto"/>
              <a:buChar char="○"/>
              <a:defRPr/>
            </a:lvl2pPr>
            <a:lvl3pPr marL="1371600" lvl="2" indent="-292100">
              <a:lnSpc>
                <a:spcPct val="115000"/>
              </a:lnSpc>
              <a:spcBef>
                <a:spcPts val="800"/>
              </a:spcBef>
              <a:spcAft>
                <a:spcPts val="0"/>
              </a:spcAft>
              <a:buClr>
                <a:schemeClr val="lt1"/>
              </a:buClr>
              <a:buSzPts val="1000"/>
              <a:buFont typeface="Roboto"/>
              <a:buChar char="■"/>
              <a:defRPr/>
            </a:lvl3pPr>
            <a:lvl4pPr marL="1828800" lvl="3" indent="-292100">
              <a:lnSpc>
                <a:spcPct val="115000"/>
              </a:lnSpc>
              <a:spcBef>
                <a:spcPts val="800"/>
              </a:spcBef>
              <a:spcAft>
                <a:spcPts val="0"/>
              </a:spcAft>
              <a:buClr>
                <a:schemeClr val="lt1"/>
              </a:buClr>
              <a:buSzPts val="1000"/>
              <a:buFont typeface="Roboto"/>
              <a:buChar char="●"/>
              <a:defRPr/>
            </a:lvl4pPr>
            <a:lvl5pPr marL="2286000" lvl="4" indent="-292100">
              <a:lnSpc>
                <a:spcPct val="115000"/>
              </a:lnSpc>
              <a:spcBef>
                <a:spcPts val="800"/>
              </a:spcBef>
              <a:spcAft>
                <a:spcPts val="0"/>
              </a:spcAft>
              <a:buClr>
                <a:schemeClr val="lt1"/>
              </a:buClr>
              <a:buSzPts val="1000"/>
              <a:buFont typeface="Roboto"/>
              <a:buChar char="○"/>
              <a:defRPr/>
            </a:lvl5pPr>
            <a:lvl6pPr marL="2743200" lvl="5" indent="-292100">
              <a:lnSpc>
                <a:spcPct val="115000"/>
              </a:lnSpc>
              <a:spcBef>
                <a:spcPts val="800"/>
              </a:spcBef>
              <a:spcAft>
                <a:spcPts val="0"/>
              </a:spcAft>
              <a:buClr>
                <a:schemeClr val="lt1"/>
              </a:buClr>
              <a:buSzPts val="1000"/>
              <a:buFont typeface="Roboto"/>
              <a:buChar char="■"/>
              <a:defRPr/>
            </a:lvl6pPr>
            <a:lvl7pPr marL="3200400" lvl="6" indent="-292100">
              <a:lnSpc>
                <a:spcPct val="115000"/>
              </a:lnSpc>
              <a:spcBef>
                <a:spcPts val="800"/>
              </a:spcBef>
              <a:spcAft>
                <a:spcPts val="0"/>
              </a:spcAft>
              <a:buClr>
                <a:schemeClr val="lt1"/>
              </a:buClr>
              <a:buSzPts val="1000"/>
              <a:buFont typeface="Roboto"/>
              <a:buChar char="●"/>
              <a:defRPr/>
            </a:lvl7pPr>
            <a:lvl8pPr marL="3657600" lvl="7" indent="-292100">
              <a:lnSpc>
                <a:spcPct val="115000"/>
              </a:lnSpc>
              <a:spcBef>
                <a:spcPts val="800"/>
              </a:spcBef>
              <a:spcAft>
                <a:spcPts val="0"/>
              </a:spcAft>
              <a:buClr>
                <a:schemeClr val="lt1"/>
              </a:buClr>
              <a:buSzPts val="1000"/>
              <a:buFont typeface="Roboto"/>
              <a:buChar char="○"/>
              <a:defRPr/>
            </a:lvl8pPr>
            <a:lvl9pPr marL="4114800" lvl="8" indent="-292100">
              <a:lnSpc>
                <a:spcPct val="115000"/>
              </a:lnSpc>
              <a:spcBef>
                <a:spcPts val="800"/>
              </a:spcBef>
              <a:spcAft>
                <a:spcPts val="800"/>
              </a:spcAft>
              <a:buClr>
                <a:schemeClr val="lt1"/>
              </a:buClr>
              <a:buSzPts val="1000"/>
              <a:buFont typeface="Roboto"/>
              <a:buChar char="■"/>
              <a:defRPr/>
            </a:lvl9pPr>
          </a:lstStyle>
          <a:p>
            <a:endParaRPr/>
          </a:p>
        </p:txBody>
      </p:sp>
      <p:sp>
        <p:nvSpPr>
          <p:cNvPr id="76" name="Google Shape;76;p17"/>
          <p:cNvSpPr/>
          <p:nvPr/>
        </p:nvSpPr>
        <p:spPr>
          <a:xfrm rot="-4965287">
            <a:off x="3128596" y="1334473"/>
            <a:ext cx="9524549" cy="9524549"/>
          </a:xfrm>
          <a:prstGeom prst="ellipse">
            <a:avLst/>
          </a:prstGeom>
          <a:gradFill>
            <a:gsLst>
              <a:gs pos="0">
                <a:schemeClr val="accent4"/>
              </a:gs>
              <a:gs pos="100000">
                <a:schemeClr val="dk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77" name="Google Shape;77;p17"/>
          <p:cNvSpPr txBox="1">
            <a:spLocks noGrp="1"/>
          </p:cNvSpPr>
          <p:nvPr>
            <p:ph type="subTitle" idx="2"/>
          </p:nvPr>
        </p:nvSpPr>
        <p:spPr>
          <a:xfrm>
            <a:off x="5571900" y="3313500"/>
            <a:ext cx="3343500" cy="753600"/>
          </a:xfrm>
          <a:prstGeom prst="rect">
            <a:avLst/>
          </a:prstGeom>
        </p:spPr>
        <p:txBody>
          <a:bodyPr spcFirstLastPara="1" wrap="square" lIns="0" tIns="0" rIns="0" bIns="0" anchor="t" anchorCtr="0">
            <a:sp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a:endParaRPr/>
          </a:p>
        </p:txBody>
      </p:sp>
      <p:sp>
        <p:nvSpPr>
          <p:cNvPr id="78" name="Google Shape;78;p17"/>
          <p:cNvSpPr txBox="1">
            <a:spLocks noGrp="1"/>
          </p:cNvSpPr>
          <p:nvPr>
            <p:ph type="subTitle" idx="3"/>
          </p:nvPr>
        </p:nvSpPr>
        <p:spPr>
          <a:xfrm>
            <a:off x="5571900" y="4320975"/>
            <a:ext cx="3343500" cy="356400"/>
          </a:xfrm>
          <a:prstGeom prst="rect">
            <a:avLst/>
          </a:prstGeom>
        </p:spPr>
        <p:txBody>
          <a:bodyPr spcFirstLastPara="1" wrap="square" lIns="0" tIns="0" rIns="0" bIns="0" anchor="t" anchorCtr="0">
            <a:sp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BLANK_1_1_1_1">
    <p:spTree>
      <p:nvGrpSpPr>
        <p:cNvPr id="1" name="Shape 79"/>
        <p:cNvGrpSpPr/>
        <p:nvPr/>
      </p:nvGrpSpPr>
      <p:grpSpPr>
        <a:xfrm>
          <a:off x="0" y="0"/>
          <a:ext cx="0" cy="0"/>
          <a:chOff x="0" y="0"/>
          <a:chExt cx="0" cy="0"/>
        </a:xfrm>
      </p:grpSpPr>
      <p:sp>
        <p:nvSpPr>
          <p:cNvPr id="80" name="Google Shape;80;p18"/>
          <p:cNvSpPr txBox="1">
            <a:spLocks noGrp="1"/>
          </p:cNvSpPr>
          <p:nvPr>
            <p:ph type="title"/>
          </p:nvPr>
        </p:nvSpPr>
        <p:spPr>
          <a:xfrm>
            <a:off x="212450" y="177900"/>
            <a:ext cx="5789400" cy="4065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bjective messures">
  <p:cSld name="CUSTOM_8">
    <p:spTree>
      <p:nvGrpSpPr>
        <p:cNvPr id="1" name="Shape 81"/>
        <p:cNvGrpSpPr/>
        <p:nvPr/>
      </p:nvGrpSpPr>
      <p:grpSpPr>
        <a:xfrm>
          <a:off x="0" y="0"/>
          <a:ext cx="0" cy="0"/>
          <a:chOff x="0" y="0"/>
          <a:chExt cx="0" cy="0"/>
        </a:xfrm>
      </p:grpSpPr>
      <p:sp>
        <p:nvSpPr>
          <p:cNvPr id="82" name="Google Shape;82;p19"/>
          <p:cNvSpPr txBox="1">
            <a:spLocks noGrp="1"/>
          </p:cNvSpPr>
          <p:nvPr>
            <p:ph type="title"/>
          </p:nvPr>
        </p:nvSpPr>
        <p:spPr>
          <a:xfrm>
            <a:off x="212450" y="177900"/>
            <a:ext cx="5789400" cy="998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83" name="Google Shape;83;p19"/>
          <p:cNvSpPr txBox="1">
            <a:spLocks noGrp="1"/>
          </p:cNvSpPr>
          <p:nvPr>
            <p:ph type="title" idx="2"/>
          </p:nvPr>
        </p:nvSpPr>
        <p:spPr>
          <a:xfrm>
            <a:off x="221800" y="2500876"/>
            <a:ext cx="2425500" cy="6324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a:endParaRPr/>
          </a:p>
        </p:txBody>
      </p:sp>
      <p:sp>
        <p:nvSpPr>
          <p:cNvPr id="84" name="Google Shape;84;p19"/>
          <p:cNvSpPr txBox="1">
            <a:spLocks noGrp="1"/>
          </p:cNvSpPr>
          <p:nvPr>
            <p:ph type="title" idx="3"/>
          </p:nvPr>
        </p:nvSpPr>
        <p:spPr>
          <a:xfrm>
            <a:off x="221800" y="3264873"/>
            <a:ext cx="2425500" cy="3693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000">
                <a:latin typeface="Roboto"/>
                <a:ea typeface="Roboto"/>
                <a:cs typeface="Roboto"/>
                <a:sym typeface="Roboto"/>
              </a:defRPr>
            </a:lvl1pPr>
            <a:lvl2pPr lvl="1">
              <a:lnSpc>
                <a:spcPct val="115000"/>
              </a:lnSpc>
              <a:spcBef>
                <a:spcPts val="0"/>
              </a:spcBef>
              <a:spcAft>
                <a:spcPts val="0"/>
              </a:spcAft>
              <a:buNone/>
              <a:defRPr sz="1000">
                <a:latin typeface="Roboto"/>
                <a:ea typeface="Roboto"/>
                <a:cs typeface="Roboto"/>
                <a:sym typeface="Roboto"/>
              </a:defRPr>
            </a:lvl2pPr>
            <a:lvl3pPr lvl="2">
              <a:lnSpc>
                <a:spcPct val="115000"/>
              </a:lnSpc>
              <a:spcBef>
                <a:spcPts val="0"/>
              </a:spcBef>
              <a:spcAft>
                <a:spcPts val="0"/>
              </a:spcAft>
              <a:buNone/>
              <a:defRPr sz="1000">
                <a:latin typeface="Roboto"/>
                <a:ea typeface="Roboto"/>
                <a:cs typeface="Roboto"/>
                <a:sym typeface="Roboto"/>
              </a:defRPr>
            </a:lvl3pPr>
            <a:lvl4pPr lvl="3">
              <a:lnSpc>
                <a:spcPct val="115000"/>
              </a:lnSpc>
              <a:spcBef>
                <a:spcPts val="0"/>
              </a:spcBef>
              <a:spcAft>
                <a:spcPts val="0"/>
              </a:spcAft>
              <a:buNone/>
              <a:defRPr sz="1000">
                <a:latin typeface="Roboto"/>
                <a:ea typeface="Roboto"/>
                <a:cs typeface="Roboto"/>
                <a:sym typeface="Roboto"/>
              </a:defRPr>
            </a:lvl4pPr>
            <a:lvl5pPr lvl="4">
              <a:lnSpc>
                <a:spcPct val="115000"/>
              </a:lnSpc>
              <a:spcBef>
                <a:spcPts val="0"/>
              </a:spcBef>
              <a:spcAft>
                <a:spcPts val="0"/>
              </a:spcAft>
              <a:buNone/>
              <a:defRPr sz="1000">
                <a:latin typeface="Roboto"/>
                <a:ea typeface="Roboto"/>
                <a:cs typeface="Roboto"/>
                <a:sym typeface="Roboto"/>
              </a:defRPr>
            </a:lvl5pPr>
            <a:lvl6pPr lvl="5">
              <a:lnSpc>
                <a:spcPct val="115000"/>
              </a:lnSpc>
              <a:spcBef>
                <a:spcPts val="0"/>
              </a:spcBef>
              <a:spcAft>
                <a:spcPts val="0"/>
              </a:spcAft>
              <a:buNone/>
              <a:defRPr sz="1000">
                <a:latin typeface="Roboto"/>
                <a:ea typeface="Roboto"/>
                <a:cs typeface="Roboto"/>
                <a:sym typeface="Roboto"/>
              </a:defRPr>
            </a:lvl6pPr>
            <a:lvl7pPr lvl="6">
              <a:lnSpc>
                <a:spcPct val="115000"/>
              </a:lnSpc>
              <a:spcBef>
                <a:spcPts val="0"/>
              </a:spcBef>
              <a:spcAft>
                <a:spcPts val="0"/>
              </a:spcAft>
              <a:buNone/>
              <a:defRPr sz="1000">
                <a:latin typeface="Roboto"/>
                <a:ea typeface="Roboto"/>
                <a:cs typeface="Roboto"/>
                <a:sym typeface="Roboto"/>
              </a:defRPr>
            </a:lvl7pPr>
            <a:lvl8pPr lvl="7">
              <a:lnSpc>
                <a:spcPct val="115000"/>
              </a:lnSpc>
              <a:spcBef>
                <a:spcPts val="0"/>
              </a:spcBef>
              <a:spcAft>
                <a:spcPts val="0"/>
              </a:spcAft>
              <a:buNone/>
              <a:defRPr sz="1000">
                <a:latin typeface="Roboto"/>
                <a:ea typeface="Roboto"/>
                <a:cs typeface="Roboto"/>
                <a:sym typeface="Roboto"/>
              </a:defRPr>
            </a:lvl8pPr>
            <a:lvl9pPr lvl="8">
              <a:lnSpc>
                <a:spcPct val="115000"/>
              </a:lnSpc>
              <a:spcBef>
                <a:spcPts val="0"/>
              </a:spcBef>
              <a:spcAft>
                <a:spcPts val="0"/>
              </a:spcAft>
              <a:buNone/>
              <a:defRPr sz="1000">
                <a:latin typeface="Roboto"/>
                <a:ea typeface="Roboto"/>
                <a:cs typeface="Roboto"/>
                <a:sym typeface="Roboto"/>
              </a:defRPr>
            </a:lvl9pPr>
          </a:lstStyle>
          <a:p>
            <a:endParaRPr/>
          </a:p>
        </p:txBody>
      </p:sp>
      <p:sp>
        <p:nvSpPr>
          <p:cNvPr id="85" name="Google Shape;85;p19"/>
          <p:cNvSpPr txBox="1">
            <a:spLocks noGrp="1"/>
          </p:cNvSpPr>
          <p:nvPr>
            <p:ph type="title" idx="4"/>
          </p:nvPr>
        </p:nvSpPr>
        <p:spPr>
          <a:xfrm>
            <a:off x="3355850" y="2500876"/>
            <a:ext cx="2425500" cy="6324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a:endParaRPr/>
          </a:p>
        </p:txBody>
      </p:sp>
      <p:sp>
        <p:nvSpPr>
          <p:cNvPr id="86" name="Google Shape;86;p19"/>
          <p:cNvSpPr txBox="1">
            <a:spLocks noGrp="1"/>
          </p:cNvSpPr>
          <p:nvPr>
            <p:ph type="title" idx="5"/>
          </p:nvPr>
        </p:nvSpPr>
        <p:spPr>
          <a:xfrm>
            <a:off x="6489900" y="2500876"/>
            <a:ext cx="2425500" cy="6324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a:endParaRPr/>
          </a:p>
        </p:txBody>
      </p:sp>
      <p:sp>
        <p:nvSpPr>
          <p:cNvPr id="87" name="Google Shape;87;p19"/>
          <p:cNvSpPr txBox="1">
            <a:spLocks noGrp="1"/>
          </p:cNvSpPr>
          <p:nvPr>
            <p:ph type="title" idx="6"/>
          </p:nvPr>
        </p:nvSpPr>
        <p:spPr>
          <a:xfrm>
            <a:off x="3355850" y="3264873"/>
            <a:ext cx="2425500" cy="3693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000">
                <a:latin typeface="Roboto"/>
                <a:ea typeface="Roboto"/>
                <a:cs typeface="Roboto"/>
                <a:sym typeface="Roboto"/>
              </a:defRPr>
            </a:lvl1pPr>
            <a:lvl2pPr lvl="1">
              <a:lnSpc>
                <a:spcPct val="115000"/>
              </a:lnSpc>
              <a:spcBef>
                <a:spcPts val="0"/>
              </a:spcBef>
              <a:spcAft>
                <a:spcPts val="0"/>
              </a:spcAft>
              <a:buNone/>
              <a:defRPr sz="1000">
                <a:latin typeface="Roboto"/>
                <a:ea typeface="Roboto"/>
                <a:cs typeface="Roboto"/>
                <a:sym typeface="Roboto"/>
              </a:defRPr>
            </a:lvl2pPr>
            <a:lvl3pPr lvl="2">
              <a:lnSpc>
                <a:spcPct val="115000"/>
              </a:lnSpc>
              <a:spcBef>
                <a:spcPts val="0"/>
              </a:spcBef>
              <a:spcAft>
                <a:spcPts val="0"/>
              </a:spcAft>
              <a:buNone/>
              <a:defRPr sz="1000">
                <a:latin typeface="Roboto"/>
                <a:ea typeface="Roboto"/>
                <a:cs typeface="Roboto"/>
                <a:sym typeface="Roboto"/>
              </a:defRPr>
            </a:lvl3pPr>
            <a:lvl4pPr lvl="3">
              <a:lnSpc>
                <a:spcPct val="115000"/>
              </a:lnSpc>
              <a:spcBef>
                <a:spcPts val="0"/>
              </a:spcBef>
              <a:spcAft>
                <a:spcPts val="0"/>
              </a:spcAft>
              <a:buNone/>
              <a:defRPr sz="1000">
                <a:latin typeface="Roboto"/>
                <a:ea typeface="Roboto"/>
                <a:cs typeface="Roboto"/>
                <a:sym typeface="Roboto"/>
              </a:defRPr>
            </a:lvl4pPr>
            <a:lvl5pPr lvl="4">
              <a:lnSpc>
                <a:spcPct val="115000"/>
              </a:lnSpc>
              <a:spcBef>
                <a:spcPts val="0"/>
              </a:spcBef>
              <a:spcAft>
                <a:spcPts val="0"/>
              </a:spcAft>
              <a:buNone/>
              <a:defRPr sz="1000">
                <a:latin typeface="Roboto"/>
                <a:ea typeface="Roboto"/>
                <a:cs typeface="Roboto"/>
                <a:sym typeface="Roboto"/>
              </a:defRPr>
            </a:lvl5pPr>
            <a:lvl6pPr lvl="5">
              <a:lnSpc>
                <a:spcPct val="115000"/>
              </a:lnSpc>
              <a:spcBef>
                <a:spcPts val="0"/>
              </a:spcBef>
              <a:spcAft>
                <a:spcPts val="0"/>
              </a:spcAft>
              <a:buNone/>
              <a:defRPr sz="1000">
                <a:latin typeface="Roboto"/>
                <a:ea typeface="Roboto"/>
                <a:cs typeface="Roboto"/>
                <a:sym typeface="Roboto"/>
              </a:defRPr>
            </a:lvl6pPr>
            <a:lvl7pPr lvl="6">
              <a:lnSpc>
                <a:spcPct val="115000"/>
              </a:lnSpc>
              <a:spcBef>
                <a:spcPts val="0"/>
              </a:spcBef>
              <a:spcAft>
                <a:spcPts val="0"/>
              </a:spcAft>
              <a:buNone/>
              <a:defRPr sz="1000">
                <a:latin typeface="Roboto"/>
                <a:ea typeface="Roboto"/>
                <a:cs typeface="Roboto"/>
                <a:sym typeface="Roboto"/>
              </a:defRPr>
            </a:lvl7pPr>
            <a:lvl8pPr lvl="7">
              <a:lnSpc>
                <a:spcPct val="115000"/>
              </a:lnSpc>
              <a:spcBef>
                <a:spcPts val="0"/>
              </a:spcBef>
              <a:spcAft>
                <a:spcPts val="0"/>
              </a:spcAft>
              <a:buNone/>
              <a:defRPr sz="1000">
                <a:latin typeface="Roboto"/>
                <a:ea typeface="Roboto"/>
                <a:cs typeface="Roboto"/>
                <a:sym typeface="Roboto"/>
              </a:defRPr>
            </a:lvl8pPr>
            <a:lvl9pPr lvl="8">
              <a:lnSpc>
                <a:spcPct val="115000"/>
              </a:lnSpc>
              <a:spcBef>
                <a:spcPts val="0"/>
              </a:spcBef>
              <a:spcAft>
                <a:spcPts val="0"/>
              </a:spcAft>
              <a:buNone/>
              <a:defRPr sz="1000">
                <a:latin typeface="Roboto"/>
                <a:ea typeface="Roboto"/>
                <a:cs typeface="Roboto"/>
                <a:sym typeface="Roboto"/>
              </a:defRPr>
            </a:lvl9pPr>
          </a:lstStyle>
          <a:p>
            <a:endParaRPr/>
          </a:p>
        </p:txBody>
      </p:sp>
      <p:sp>
        <p:nvSpPr>
          <p:cNvPr id="88" name="Google Shape;88;p19"/>
          <p:cNvSpPr txBox="1">
            <a:spLocks noGrp="1"/>
          </p:cNvSpPr>
          <p:nvPr>
            <p:ph type="title" idx="7"/>
          </p:nvPr>
        </p:nvSpPr>
        <p:spPr>
          <a:xfrm>
            <a:off x="6496700" y="3264873"/>
            <a:ext cx="2425500" cy="3693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000">
                <a:latin typeface="Roboto"/>
                <a:ea typeface="Roboto"/>
                <a:cs typeface="Roboto"/>
                <a:sym typeface="Roboto"/>
              </a:defRPr>
            </a:lvl1pPr>
            <a:lvl2pPr lvl="1">
              <a:lnSpc>
                <a:spcPct val="115000"/>
              </a:lnSpc>
              <a:spcBef>
                <a:spcPts val="0"/>
              </a:spcBef>
              <a:spcAft>
                <a:spcPts val="0"/>
              </a:spcAft>
              <a:buNone/>
              <a:defRPr sz="1000">
                <a:latin typeface="Roboto"/>
                <a:ea typeface="Roboto"/>
                <a:cs typeface="Roboto"/>
                <a:sym typeface="Roboto"/>
              </a:defRPr>
            </a:lvl2pPr>
            <a:lvl3pPr lvl="2">
              <a:lnSpc>
                <a:spcPct val="115000"/>
              </a:lnSpc>
              <a:spcBef>
                <a:spcPts val="0"/>
              </a:spcBef>
              <a:spcAft>
                <a:spcPts val="0"/>
              </a:spcAft>
              <a:buNone/>
              <a:defRPr sz="1000">
                <a:latin typeface="Roboto"/>
                <a:ea typeface="Roboto"/>
                <a:cs typeface="Roboto"/>
                <a:sym typeface="Roboto"/>
              </a:defRPr>
            </a:lvl3pPr>
            <a:lvl4pPr lvl="3">
              <a:lnSpc>
                <a:spcPct val="115000"/>
              </a:lnSpc>
              <a:spcBef>
                <a:spcPts val="0"/>
              </a:spcBef>
              <a:spcAft>
                <a:spcPts val="0"/>
              </a:spcAft>
              <a:buNone/>
              <a:defRPr sz="1000">
                <a:latin typeface="Roboto"/>
                <a:ea typeface="Roboto"/>
                <a:cs typeface="Roboto"/>
                <a:sym typeface="Roboto"/>
              </a:defRPr>
            </a:lvl4pPr>
            <a:lvl5pPr lvl="4">
              <a:lnSpc>
                <a:spcPct val="115000"/>
              </a:lnSpc>
              <a:spcBef>
                <a:spcPts val="0"/>
              </a:spcBef>
              <a:spcAft>
                <a:spcPts val="0"/>
              </a:spcAft>
              <a:buNone/>
              <a:defRPr sz="1000">
                <a:latin typeface="Roboto"/>
                <a:ea typeface="Roboto"/>
                <a:cs typeface="Roboto"/>
                <a:sym typeface="Roboto"/>
              </a:defRPr>
            </a:lvl5pPr>
            <a:lvl6pPr lvl="5">
              <a:lnSpc>
                <a:spcPct val="115000"/>
              </a:lnSpc>
              <a:spcBef>
                <a:spcPts val="0"/>
              </a:spcBef>
              <a:spcAft>
                <a:spcPts val="0"/>
              </a:spcAft>
              <a:buNone/>
              <a:defRPr sz="1000">
                <a:latin typeface="Roboto"/>
                <a:ea typeface="Roboto"/>
                <a:cs typeface="Roboto"/>
                <a:sym typeface="Roboto"/>
              </a:defRPr>
            </a:lvl6pPr>
            <a:lvl7pPr lvl="6">
              <a:lnSpc>
                <a:spcPct val="115000"/>
              </a:lnSpc>
              <a:spcBef>
                <a:spcPts val="0"/>
              </a:spcBef>
              <a:spcAft>
                <a:spcPts val="0"/>
              </a:spcAft>
              <a:buNone/>
              <a:defRPr sz="1000">
                <a:latin typeface="Roboto"/>
                <a:ea typeface="Roboto"/>
                <a:cs typeface="Roboto"/>
                <a:sym typeface="Roboto"/>
              </a:defRPr>
            </a:lvl7pPr>
            <a:lvl8pPr lvl="7">
              <a:lnSpc>
                <a:spcPct val="115000"/>
              </a:lnSpc>
              <a:spcBef>
                <a:spcPts val="0"/>
              </a:spcBef>
              <a:spcAft>
                <a:spcPts val="0"/>
              </a:spcAft>
              <a:buNone/>
              <a:defRPr sz="1000">
                <a:latin typeface="Roboto"/>
                <a:ea typeface="Roboto"/>
                <a:cs typeface="Roboto"/>
                <a:sym typeface="Roboto"/>
              </a:defRPr>
            </a:lvl8pPr>
            <a:lvl9pPr lvl="8">
              <a:lnSpc>
                <a:spcPct val="115000"/>
              </a:lnSpc>
              <a:spcBef>
                <a:spcPts val="0"/>
              </a:spcBef>
              <a:spcAft>
                <a:spcPts val="0"/>
              </a:spcAft>
              <a:buNone/>
              <a:defRPr sz="1000">
                <a:latin typeface="Roboto"/>
                <a:ea typeface="Roboto"/>
                <a:cs typeface="Roboto"/>
                <a:sym typeface="Roboto"/>
              </a:defRPr>
            </a:lvl9pPr>
          </a:lstStyle>
          <a:p>
            <a:endParaRPr/>
          </a:p>
        </p:txBody>
      </p:sp>
      <p:sp>
        <p:nvSpPr>
          <p:cNvPr id="89" name="Google Shape;89;p19"/>
          <p:cNvSpPr txBox="1">
            <a:spLocks noGrp="1"/>
          </p:cNvSpPr>
          <p:nvPr>
            <p:ph type="title" idx="8" hasCustomPrompt="1"/>
          </p:nvPr>
        </p:nvSpPr>
        <p:spPr>
          <a:xfrm>
            <a:off x="228603" y="4043131"/>
            <a:ext cx="1226400" cy="415500"/>
          </a:xfrm>
          <a:prstGeom prst="rect">
            <a:avLst/>
          </a:prstGeom>
        </p:spPr>
        <p:txBody>
          <a:bodyPr spcFirstLastPara="1" wrap="square" lIns="0" tIns="91425" rIns="0" bIns="91425" anchor="b" anchorCtr="0">
            <a:noAutofit/>
          </a:bodyPr>
          <a:lstStyle>
            <a:lvl1pPr lvl="0">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1pPr>
            <a:lvl2pPr lvl="1">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2pPr>
            <a:lvl3pPr lvl="2">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3pPr>
            <a:lvl4pPr lvl="3">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4pPr>
            <a:lvl5pPr lvl="4">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5pPr>
            <a:lvl6pPr lvl="5">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6pPr>
            <a:lvl7pPr lvl="6">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7pPr>
            <a:lvl8pPr lvl="7">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8pPr>
            <a:lvl9pPr lvl="8">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9pPr>
          </a:lstStyle>
          <a:p>
            <a:r>
              <a:t>xx%</a:t>
            </a:r>
          </a:p>
        </p:txBody>
      </p:sp>
      <p:sp>
        <p:nvSpPr>
          <p:cNvPr id="90" name="Google Shape;90;p19"/>
          <p:cNvSpPr txBox="1">
            <a:spLocks noGrp="1"/>
          </p:cNvSpPr>
          <p:nvPr>
            <p:ph type="title" idx="9"/>
          </p:nvPr>
        </p:nvSpPr>
        <p:spPr>
          <a:xfrm>
            <a:off x="228600" y="4412525"/>
            <a:ext cx="789300" cy="3693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a:endParaRPr/>
          </a:p>
        </p:txBody>
      </p:sp>
      <p:sp>
        <p:nvSpPr>
          <p:cNvPr id="91" name="Google Shape;91;p19"/>
          <p:cNvSpPr txBox="1">
            <a:spLocks noGrp="1"/>
          </p:cNvSpPr>
          <p:nvPr>
            <p:ph type="title" idx="13" hasCustomPrompt="1"/>
          </p:nvPr>
        </p:nvSpPr>
        <p:spPr>
          <a:xfrm>
            <a:off x="1864803" y="4043131"/>
            <a:ext cx="1226400" cy="415500"/>
          </a:xfrm>
          <a:prstGeom prst="rect">
            <a:avLst/>
          </a:prstGeom>
        </p:spPr>
        <p:txBody>
          <a:bodyPr spcFirstLastPara="1" wrap="square" lIns="0" tIns="91425" rIns="0" bIns="91425" anchor="b" anchorCtr="0">
            <a:noAutofit/>
          </a:bodyPr>
          <a:lstStyle>
            <a:lvl1pPr lvl="0">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1pPr>
            <a:lvl2pPr lvl="1">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2pPr>
            <a:lvl3pPr lvl="2">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3pPr>
            <a:lvl4pPr lvl="3">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4pPr>
            <a:lvl5pPr lvl="4">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5pPr>
            <a:lvl6pPr lvl="5">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6pPr>
            <a:lvl7pPr lvl="6">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7pPr>
            <a:lvl8pPr lvl="7">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8pPr>
            <a:lvl9pPr lvl="8">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9pPr>
          </a:lstStyle>
          <a:p>
            <a:r>
              <a:t>xx%</a:t>
            </a:r>
          </a:p>
        </p:txBody>
      </p:sp>
      <p:sp>
        <p:nvSpPr>
          <p:cNvPr id="92" name="Google Shape;92;p19"/>
          <p:cNvSpPr txBox="1">
            <a:spLocks noGrp="1"/>
          </p:cNvSpPr>
          <p:nvPr>
            <p:ph type="title" idx="14"/>
          </p:nvPr>
        </p:nvSpPr>
        <p:spPr>
          <a:xfrm>
            <a:off x="1864800" y="4412525"/>
            <a:ext cx="789300" cy="3693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a:endParaRPr/>
          </a:p>
        </p:txBody>
      </p:sp>
      <p:sp>
        <p:nvSpPr>
          <p:cNvPr id="93" name="Google Shape;93;p19"/>
          <p:cNvSpPr txBox="1">
            <a:spLocks noGrp="1"/>
          </p:cNvSpPr>
          <p:nvPr>
            <p:ph type="title" idx="15" hasCustomPrompt="1"/>
          </p:nvPr>
        </p:nvSpPr>
        <p:spPr>
          <a:xfrm>
            <a:off x="3359253" y="4043131"/>
            <a:ext cx="1226400" cy="415500"/>
          </a:xfrm>
          <a:prstGeom prst="rect">
            <a:avLst/>
          </a:prstGeom>
        </p:spPr>
        <p:txBody>
          <a:bodyPr spcFirstLastPara="1" wrap="square" lIns="0" tIns="91425" rIns="0" bIns="91425" anchor="b" anchorCtr="0">
            <a:noAutofit/>
          </a:bodyPr>
          <a:lstStyle>
            <a:lvl1pPr lvl="0">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1pPr>
            <a:lvl2pPr lvl="1">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2pPr>
            <a:lvl3pPr lvl="2">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3pPr>
            <a:lvl4pPr lvl="3">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4pPr>
            <a:lvl5pPr lvl="4">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5pPr>
            <a:lvl6pPr lvl="5">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6pPr>
            <a:lvl7pPr lvl="6">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7pPr>
            <a:lvl8pPr lvl="7">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8pPr>
            <a:lvl9pPr lvl="8">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9pPr>
          </a:lstStyle>
          <a:p>
            <a:r>
              <a:t>xx%</a:t>
            </a:r>
          </a:p>
        </p:txBody>
      </p:sp>
      <p:sp>
        <p:nvSpPr>
          <p:cNvPr id="94" name="Google Shape;94;p19"/>
          <p:cNvSpPr txBox="1">
            <a:spLocks noGrp="1"/>
          </p:cNvSpPr>
          <p:nvPr>
            <p:ph type="title" idx="16"/>
          </p:nvPr>
        </p:nvSpPr>
        <p:spPr>
          <a:xfrm>
            <a:off x="3359250" y="4412525"/>
            <a:ext cx="789300" cy="3693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a:endParaRPr/>
          </a:p>
        </p:txBody>
      </p:sp>
      <p:sp>
        <p:nvSpPr>
          <p:cNvPr id="95" name="Google Shape;95;p19"/>
          <p:cNvSpPr txBox="1">
            <a:spLocks noGrp="1"/>
          </p:cNvSpPr>
          <p:nvPr>
            <p:ph type="title" idx="17" hasCustomPrompt="1"/>
          </p:nvPr>
        </p:nvSpPr>
        <p:spPr>
          <a:xfrm>
            <a:off x="4995453" y="4043131"/>
            <a:ext cx="1226400" cy="415500"/>
          </a:xfrm>
          <a:prstGeom prst="rect">
            <a:avLst/>
          </a:prstGeom>
        </p:spPr>
        <p:txBody>
          <a:bodyPr spcFirstLastPara="1" wrap="square" lIns="0" tIns="91425" rIns="0" bIns="91425" anchor="b" anchorCtr="0">
            <a:noAutofit/>
          </a:bodyPr>
          <a:lstStyle>
            <a:lvl1pPr lvl="0">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1pPr>
            <a:lvl2pPr lvl="1">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2pPr>
            <a:lvl3pPr lvl="2">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3pPr>
            <a:lvl4pPr lvl="3">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4pPr>
            <a:lvl5pPr lvl="4">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5pPr>
            <a:lvl6pPr lvl="5">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6pPr>
            <a:lvl7pPr lvl="6">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7pPr>
            <a:lvl8pPr lvl="7">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8pPr>
            <a:lvl9pPr lvl="8">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9pPr>
          </a:lstStyle>
          <a:p>
            <a:r>
              <a:t>xx%</a:t>
            </a:r>
          </a:p>
        </p:txBody>
      </p:sp>
      <p:sp>
        <p:nvSpPr>
          <p:cNvPr id="96" name="Google Shape;96;p19"/>
          <p:cNvSpPr txBox="1">
            <a:spLocks noGrp="1"/>
          </p:cNvSpPr>
          <p:nvPr>
            <p:ph type="title" idx="18"/>
          </p:nvPr>
        </p:nvSpPr>
        <p:spPr>
          <a:xfrm>
            <a:off x="4995450" y="4412525"/>
            <a:ext cx="789300" cy="3693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a:endParaRPr/>
          </a:p>
        </p:txBody>
      </p:sp>
      <p:sp>
        <p:nvSpPr>
          <p:cNvPr id="97" name="Google Shape;97;p19"/>
          <p:cNvSpPr txBox="1">
            <a:spLocks noGrp="1"/>
          </p:cNvSpPr>
          <p:nvPr>
            <p:ph type="title" idx="19" hasCustomPrompt="1"/>
          </p:nvPr>
        </p:nvSpPr>
        <p:spPr>
          <a:xfrm>
            <a:off x="6489903" y="4043131"/>
            <a:ext cx="1226400" cy="415500"/>
          </a:xfrm>
          <a:prstGeom prst="rect">
            <a:avLst/>
          </a:prstGeom>
        </p:spPr>
        <p:txBody>
          <a:bodyPr spcFirstLastPara="1" wrap="square" lIns="0" tIns="91425" rIns="0" bIns="91425" anchor="b" anchorCtr="0">
            <a:noAutofit/>
          </a:bodyPr>
          <a:lstStyle>
            <a:lvl1pPr lvl="0">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1pPr>
            <a:lvl2pPr lvl="1">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2pPr>
            <a:lvl3pPr lvl="2">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3pPr>
            <a:lvl4pPr lvl="3">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4pPr>
            <a:lvl5pPr lvl="4">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5pPr>
            <a:lvl6pPr lvl="5">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6pPr>
            <a:lvl7pPr lvl="6">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7pPr>
            <a:lvl8pPr lvl="7">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8pPr>
            <a:lvl9pPr lvl="8">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9pPr>
          </a:lstStyle>
          <a:p>
            <a:r>
              <a:t>xx%</a:t>
            </a:r>
          </a:p>
        </p:txBody>
      </p:sp>
      <p:sp>
        <p:nvSpPr>
          <p:cNvPr id="98" name="Google Shape;98;p19"/>
          <p:cNvSpPr txBox="1">
            <a:spLocks noGrp="1"/>
          </p:cNvSpPr>
          <p:nvPr>
            <p:ph type="title" idx="20"/>
          </p:nvPr>
        </p:nvSpPr>
        <p:spPr>
          <a:xfrm>
            <a:off x="6489900" y="4412525"/>
            <a:ext cx="789300" cy="3693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a:endParaRPr/>
          </a:p>
        </p:txBody>
      </p:sp>
      <p:sp>
        <p:nvSpPr>
          <p:cNvPr id="99" name="Google Shape;99;p19"/>
          <p:cNvSpPr txBox="1">
            <a:spLocks noGrp="1"/>
          </p:cNvSpPr>
          <p:nvPr>
            <p:ph type="title" idx="21" hasCustomPrompt="1"/>
          </p:nvPr>
        </p:nvSpPr>
        <p:spPr>
          <a:xfrm>
            <a:off x="8126103" y="4043131"/>
            <a:ext cx="1226400" cy="415500"/>
          </a:xfrm>
          <a:prstGeom prst="rect">
            <a:avLst/>
          </a:prstGeom>
        </p:spPr>
        <p:txBody>
          <a:bodyPr spcFirstLastPara="1" wrap="square" lIns="0" tIns="91425" rIns="0" bIns="91425" anchor="b" anchorCtr="0">
            <a:noAutofit/>
          </a:bodyPr>
          <a:lstStyle>
            <a:lvl1pPr lvl="0">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1pPr>
            <a:lvl2pPr lvl="1">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2pPr>
            <a:lvl3pPr lvl="2">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3pPr>
            <a:lvl4pPr lvl="3">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4pPr>
            <a:lvl5pPr lvl="4">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5pPr>
            <a:lvl6pPr lvl="5">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6pPr>
            <a:lvl7pPr lvl="6">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7pPr>
            <a:lvl8pPr lvl="7">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8pPr>
            <a:lvl9pPr lvl="8">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9pPr>
          </a:lstStyle>
          <a:p>
            <a:r>
              <a:t>xx%</a:t>
            </a:r>
          </a:p>
        </p:txBody>
      </p:sp>
      <p:sp>
        <p:nvSpPr>
          <p:cNvPr id="100" name="Google Shape;100;p19"/>
          <p:cNvSpPr txBox="1">
            <a:spLocks noGrp="1"/>
          </p:cNvSpPr>
          <p:nvPr>
            <p:ph type="title" idx="22"/>
          </p:nvPr>
        </p:nvSpPr>
        <p:spPr>
          <a:xfrm>
            <a:off x="8126100" y="4412525"/>
            <a:ext cx="789300" cy="3693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arter's highlighted outcomes">
  <p:cSld name="CUSTOM_7">
    <p:bg>
      <p:bgPr>
        <a:gradFill>
          <a:gsLst>
            <a:gs pos="0">
              <a:schemeClr val="accent4"/>
            </a:gs>
            <a:gs pos="100000">
              <a:schemeClr val="dk1"/>
            </a:gs>
          </a:gsLst>
          <a:lin ang="5400012" scaled="0"/>
        </a:gradFill>
        <a:effectLst/>
      </p:bgPr>
    </p:bg>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212450" y="177900"/>
            <a:ext cx="5789400" cy="774600"/>
          </a:xfrm>
          <a:prstGeom prst="rect">
            <a:avLst/>
          </a:prstGeom>
        </p:spPr>
        <p:txBody>
          <a:bodyPr spcFirstLastPara="1" wrap="square" lIns="0" tIns="0" rIns="0" bIns="0" anchor="t" anchorCtr="0">
            <a:no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103" name="Google Shape;103;p20"/>
          <p:cNvSpPr txBox="1">
            <a:spLocks noGrp="1"/>
          </p:cNvSpPr>
          <p:nvPr>
            <p:ph type="subTitle" idx="1"/>
          </p:nvPr>
        </p:nvSpPr>
        <p:spPr>
          <a:xfrm>
            <a:off x="228600" y="1799302"/>
            <a:ext cx="1649400" cy="609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a:endParaRPr/>
          </a:p>
        </p:txBody>
      </p:sp>
      <p:sp>
        <p:nvSpPr>
          <p:cNvPr id="104" name="Google Shape;104;p20"/>
          <p:cNvSpPr txBox="1">
            <a:spLocks noGrp="1"/>
          </p:cNvSpPr>
          <p:nvPr>
            <p:ph type="subTitle" idx="2"/>
          </p:nvPr>
        </p:nvSpPr>
        <p:spPr>
          <a:xfrm>
            <a:off x="228600" y="2926752"/>
            <a:ext cx="1649400" cy="609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a:endParaRPr/>
          </a:p>
        </p:txBody>
      </p:sp>
      <p:sp>
        <p:nvSpPr>
          <p:cNvPr id="105" name="Google Shape;105;p20"/>
          <p:cNvSpPr txBox="1">
            <a:spLocks noGrp="1"/>
          </p:cNvSpPr>
          <p:nvPr>
            <p:ph type="subTitle" idx="3"/>
          </p:nvPr>
        </p:nvSpPr>
        <p:spPr>
          <a:xfrm>
            <a:off x="228600" y="4033496"/>
            <a:ext cx="1649400" cy="609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a:endParaRPr/>
          </a:p>
        </p:txBody>
      </p:sp>
      <p:sp>
        <p:nvSpPr>
          <p:cNvPr id="106" name="Google Shape;106;p20"/>
          <p:cNvSpPr txBox="1">
            <a:spLocks noGrp="1"/>
          </p:cNvSpPr>
          <p:nvPr>
            <p:ph type="subTitle" idx="4"/>
          </p:nvPr>
        </p:nvSpPr>
        <p:spPr>
          <a:xfrm>
            <a:off x="2443950" y="1820000"/>
            <a:ext cx="1928700" cy="609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07" name="Google Shape;107;p20"/>
          <p:cNvSpPr txBox="1">
            <a:spLocks noGrp="1"/>
          </p:cNvSpPr>
          <p:nvPr>
            <p:ph type="subTitle" idx="5"/>
          </p:nvPr>
        </p:nvSpPr>
        <p:spPr>
          <a:xfrm>
            <a:off x="2443950" y="2937100"/>
            <a:ext cx="1928700" cy="609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08" name="Google Shape;108;p20"/>
          <p:cNvSpPr txBox="1">
            <a:spLocks noGrp="1"/>
          </p:cNvSpPr>
          <p:nvPr>
            <p:ph type="subTitle" idx="6"/>
          </p:nvPr>
        </p:nvSpPr>
        <p:spPr>
          <a:xfrm>
            <a:off x="2443950" y="4054200"/>
            <a:ext cx="1928700" cy="609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09" name="Google Shape;109;p20"/>
          <p:cNvSpPr txBox="1">
            <a:spLocks noGrp="1"/>
          </p:cNvSpPr>
          <p:nvPr>
            <p:ph type="subTitle" idx="7"/>
          </p:nvPr>
        </p:nvSpPr>
        <p:spPr>
          <a:xfrm>
            <a:off x="5050200" y="1820000"/>
            <a:ext cx="2797500" cy="609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2400"/>
              <a:buFont typeface="Space Grotesk"/>
              <a:buNone/>
              <a:defRPr sz="2400"/>
            </a:lvl1pPr>
            <a:lvl2pPr lvl="1">
              <a:spcBef>
                <a:spcPts val="0"/>
              </a:spcBef>
              <a:spcAft>
                <a:spcPts val="0"/>
              </a:spcAft>
              <a:buClr>
                <a:schemeClr val="lt1"/>
              </a:buClr>
              <a:buSzPts val="2400"/>
              <a:buFont typeface="Space Grotesk"/>
              <a:buNone/>
              <a:defRPr sz="2400"/>
            </a:lvl2pPr>
            <a:lvl3pPr lvl="2">
              <a:spcBef>
                <a:spcPts val="0"/>
              </a:spcBef>
              <a:spcAft>
                <a:spcPts val="0"/>
              </a:spcAft>
              <a:buClr>
                <a:schemeClr val="lt1"/>
              </a:buClr>
              <a:buSzPts val="2400"/>
              <a:buFont typeface="Space Grotesk"/>
              <a:buNone/>
              <a:defRPr sz="2400"/>
            </a:lvl3pPr>
            <a:lvl4pPr lvl="3">
              <a:spcBef>
                <a:spcPts val="0"/>
              </a:spcBef>
              <a:spcAft>
                <a:spcPts val="0"/>
              </a:spcAft>
              <a:buClr>
                <a:schemeClr val="lt1"/>
              </a:buClr>
              <a:buSzPts val="2400"/>
              <a:buFont typeface="Space Grotesk"/>
              <a:buNone/>
              <a:defRPr sz="2400"/>
            </a:lvl4pPr>
            <a:lvl5pPr lvl="4">
              <a:spcBef>
                <a:spcPts val="0"/>
              </a:spcBef>
              <a:spcAft>
                <a:spcPts val="0"/>
              </a:spcAft>
              <a:buClr>
                <a:schemeClr val="lt1"/>
              </a:buClr>
              <a:buSzPts val="2400"/>
              <a:buFont typeface="Space Grotesk"/>
              <a:buNone/>
              <a:defRPr sz="2400"/>
            </a:lvl5pPr>
            <a:lvl6pPr lvl="5">
              <a:spcBef>
                <a:spcPts val="0"/>
              </a:spcBef>
              <a:spcAft>
                <a:spcPts val="0"/>
              </a:spcAft>
              <a:buClr>
                <a:schemeClr val="lt1"/>
              </a:buClr>
              <a:buSzPts val="2400"/>
              <a:buFont typeface="Space Grotesk"/>
              <a:buNone/>
              <a:defRPr sz="2400"/>
            </a:lvl6pPr>
            <a:lvl7pPr lvl="6">
              <a:spcBef>
                <a:spcPts val="0"/>
              </a:spcBef>
              <a:spcAft>
                <a:spcPts val="0"/>
              </a:spcAft>
              <a:buClr>
                <a:schemeClr val="lt1"/>
              </a:buClr>
              <a:buSzPts val="2400"/>
              <a:buFont typeface="Space Grotesk"/>
              <a:buNone/>
              <a:defRPr sz="2400"/>
            </a:lvl7pPr>
            <a:lvl8pPr lvl="7">
              <a:spcBef>
                <a:spcPts val="0"/>
              </a:spcBef>
              <a:spcAft>
                <a:spcPts val="0"/>
              </a:spcAft>
              <a:buClr>
                <a:schemeClr val="lt1"/>
              </a:buClr>
              <a:buSzPts val="2400"/>
              <a:buFont typeface="Space Grotesk"/>
              <a:buNone/>
              <a:defRPr sz="2400"/>
            </a:lvl8pPr>
            <a:lvl9pPr lvl="8">
              <a:spcBef>
                <a:spcPts val="0"/>
              </a:spcBef>
              <a:spcAft>
                <a:spcPts val="0"/>
              </a:spcAft>
              <a:buClr>
                <a:schemeClr val="lt1"/>
              </a:buClr>
              <a:buSzPts val="2400"/>
              <a:buFont typeface="Space Grotesk"/>
              <a:buNone/>
              <a:defRPr sz="2400"/>
            </a:lvl9pPr>
          </a:lstStyle>
          <a:p>
            <a:endParaRPr/>
          </a:p>
        </p:txBody>
      </p:sp>
      <p:sp>
        <p:nvSpPr>
          <p:cNvPr id="110" name="Google Shape;110;p20"/>
          <p:cNvSpPr txBox="1">
            <a:spLocks noGrp="1"/>
          </p:cNvSpPr>
          <p:nvPr>
            <p:ph type="subTitle" idx="8"/>
          </p:nvPr>
        </p:nvSpPr>
        <p:spPr>
          <a:xfrm>
            <a:off x="5050200" y="2937100"/>
            <a:ext cx="2797500" cy="609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2400"/>
              <a:buFont typeface="Space Grotesk"/>
              <a:buNone/>
              <a:defRPr sz="2400"/>
            </a:lvl1pPr>
            <a:lvl2pPr lvl="1">
              <a:spcBef>
                <a:spcPts val="0"/>
              </a:spcBef>
              <a:spcAft>
                <a:spcPts val="0"/>
              </a:spcAft>
              <a:buClr>
                <a:schemeClr val="lt1"/>
              </a:buClr>
              <a:buSzPts val="2400"/>
              <a:buFont typeface="Space Grotesk"/>
              <a:buNone/>
              <a:defRPr sz="2400"/>
            </a:lvl2pPr>
            <a:lvl3pPr lvl="2">
              <a:spcBef>
                <a:spcPts val="0"/>
              </a:spcBef>
              <a:spcAft>
                <a:spcPts val="0"/>
              </a:spcAft>
              <a:buClr>
                <a:schemeClr val="lt1"/>
              </a:buClr>
              <a:buSzPts val="2400"/>
              <a:buFont typeface="Space Grotesk"/>
              <a:buNone/>
              <a:defRPr sz="2400"/>
            </a:lvl3pPr>
            <a:lvl4pPr lvl="3">
              <a:spcBef>
                <a:spcPts val="0"/>
              </a:spcBef>
              <a:spcAft>
                <a:spcPts val="0"/>
              </a:spcAft>
              <a:buClr>
                <a:schemeClr val="lt1"/>
              </a:buClr>
              <a:buSzPts val="2400"/>
              <a:buFont typeface="Space Grotesk"/>
              <a:buNone/>
              <a:defRPr sz="2400"/>
            </a:lvl4pPr>
            <a:lvl5pPr lvl="4">
              <a:spcBef>
                <a:spcPts val="0"/>
              </a:spcBef>
              <a:spcAft>
                <a:spcPts val="0"/>
              </a:spcAft>
              <a:buClr>
                <a:schemeClr val="lt1"/>
              </a:buClr>
              <a:buSzPts val="2400"/>
              <a:buFont typeface="Space Grotesk"/>
              <a:buNone/>
              <a:defRPr sz="2400"/>
            </a:lvl5pPr>
            <a:lvl6pPr lvl="5">
              <a:spcBef>
                <a:spcPts val="0"/>
              </a:spcBef>
              <a:spcAft>
                <a:spcPts val="0"/>
              </a:spcAft>
              <a:buClr>
                <a:schemeClr val="lt1"/>
              </a:buClr>
              <a:buSzPts val="2400"/>
              <a:buFont typeface="Space Grotesk"/>
              <a:buNone/>
              <a:defRPr sz="2400"/>
            </a:lvl6pPr>
            <a:lvl7pPr lvl="6">
              <a:spcBef>
                <a:spcPts val="0"/>
              </a:spcBef>
              <a:spcAft>
                <a:spcPts val="0"/>
              </a:spcAft>
              <a:buClr>
                <a:schemeClr val="lt1"/>
              </a:buClr>
              <a:buSzPts val="2400"/>
              <a:buFont typeface="Space Grotesk"/>
              <a:buNone/>
              <a:defRPr sz="2400"/>
            </a:lvl7pPr>
            <a:lvl8pPr lvl="7">
              <a:spcBef>
                <a:spcPts val="0"/>
              </a:spcBef>
              <a:spcAft>
                <a:spcPts val="0"/>
              </a:spcAft>
              <a:buClr>
                <a:schemeClr val="lt1"/>
              </a:buClr>
              <a:buSzPts val="2400"/>
              <a:buFont typeface="Space Grotesk"/>
              <a:buNone/>
              <a:defRPr sz="2400"/>
            </a:lvl8pPr>
            <a:lvl9pPr lvl="8">
              <a:spcBef>
                <a:spcPts val="0"/>
              </a:spcBef>
              <a:spcAft>
                <a:spcPts val="0"/>
              </a:spcAft>
              <a:buClr>
                <a:schemeClr val="lt1"/>
              </a:buClr>
              <a:buSzPts val="2400"/>
              <a:buFont typeface="Space Grotesk"/>
              <a:buNone/>
              <a:defRPr sz="2400"/>
            </a:lvl9pPr>
          </a:lstStyle>
          <a:p>
            <a:endParaRPr/>
          </a:p>
        </p:txBody>
      </p:sp>
      <p:sp>
        <p:nvSpPr>
          <p:cNvPr id="111" name="Google Shape;111;p20"/>
          <p:cNvSpPr txBox="1">
            <a:spLocks noGrp="1"/>
          </p:cNvSpPr>
          <p:nvPr>
            <p:ph type="subTitle" idx="9"/>
          </p:nvPr>
        </p:nvSpPr>
        <p:spPr>
          <a:xfrm>
            <a:off x="5050200" y="4054200"/>
            <a:ext cx="2797500" cy="609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2400"/>
              <a:buFont typeface="Space Grotesk"/>
              <a:buNone/>
              <a:defRPr sz="2400"/>
            </a:lvl1pPr>
            <a:lvl2pPr lvl="1">
              <a:spcBef>
                <a:spcPts val="0"/>
              </a:spcBef>
              <a:spcAft>
                <a:spcPts val="0"/>
              </a:spcAft>
              <a:buClr>
                <a:schemeClr val="lt1"/>
              </a:buClr>
              <a:buSzPts val="2400"/>
              <a:buFont typeface="Space Grotesk"/>
              <a:buNone/>
              <a:defRPr sz="2400"/>
            </a:lvl2pPr>
            <a:lvl3pPr lvl="2">
              <a:spcBef>
                <a:spcPts val="0"/>
              </a:spcBef>
              <a:spcAft>
                <a:spcPts val="0"/>
              </a:spcAft>
              <a:buClr>
                <a:schemeClr val="lt1"/>
              </a:buClr>
              <a:buSzPts val="2400"/>
              <a:buFont typeface="Space Grotesk"/>
              <a:buNone/>
              <a:defRPr sz="2400"/>
            </a:lvl3pPr>
            <a:lvl4pPr lvl="3">
              <a:spcBef>
                <a:spcPts val="0"/>
              </a:spcBef>
              <a:spcAft>
                <a:spcPts val="0"/>
              </a:spcAft>
              <a:buClr>
                <a:schemeClr val="lt1"/>
              </a:buClr>
              <a:buSzPts val="2400"/>
              <a:buFont typeface="Space Grotesk"/>
              <a:buNone/>
              <a:defRPr sz="2400"/>
            </a:lvl4pPr>
            <a:lvl5pPr lvl="4">
              <a:spcBef>
                <a:spcPts val="0"/>
              </a:spcBef>
              <a:spcAft>
                <a:spcPts val="0"/>
              </a:spcAft>
              <a:buClr>
                <a:schemeClr val="lt1"/>
              </a:buClr>
              <a:buSzPts val="2400"/>
              <a:buFont typeface="Space Grotesk"/>
              <a:buNone/>
              <a:defRPr sz="2400"/>
            </a:lvl5pPr>
            <a:lvl6pPr lvl="5">
              <a:spcBef>
                <a:spcPts val="0"/>
              </a:spcBef>
              <a:spcAft>
                <a:spcPts val="0"/>
              </a:spcAft>
              <a:buClr>
                <a:schemeClr val="lt1"/>
              </a:buClr>
              <a:buSzPts val="2400"/>
              <a:buFont typeface="Space Grotesk"/>
              <a:buNone/>
              <a:defRPr sz="2400"/>
            </a:lvl6pPr>
            <a:lvl7pPr lvl="6">
              <a:spcBef>
                <a:spcPts val="0"/>
              </a:spcBef>
              <a:spcAft>
                <a:spcPts val="0"/>
              </a:spcAft>
              <a:buClr>
                <a:schemeClr val="lt1"/>
              </a:buClr>
              <a:buSzPts val="2400"/>
              <a:buFont typeface="Space Grotesk"/>
              <a:buNone/>
              <a:defRPr sz="2400"/>
            </a:lvl7pPr>
            <a:lvl8pPr lvl="7">
              <a:spcBef>
                <a:spcPts val="0"/>
              </a:spcBef>
              <a:spcAft>
                <a:spcPts val="0"/>
              </a:spcAft>
              <a:buClr>
                <a:schemeClr val="lt1"/>
              </a:buClr>
              <a:buSzPts val="2400"/>
              <a:buFont typeface="Space Grotesk"/>
              <a:buNone/>
              <a:defRPr sz="2400"/>
            </a:lvl8pPr>
            <a:lvl9pPr lvl="8">
              <a:spcBef>
                <a:spcPts val="0"/>
              </a:spcBef>
              <a:spcAft>
                <a:spcPts val="0"/>
              </a:spcAft>
              <a:buClr>
                <a:schemeClr val="lt1"/>
              </a:buClr>
              <a:buSzPts val="2400"/>
              <a:buFont typeface="Space Grotesk"/>
              <a:buNone/>
              <a:defRPr sz="24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ree big indicators">
  <p:cSld name="CUSTOM_6">
    <p:spTree>
      <p:nvGrpSpPr>
        <p:cNvPr id="1" name="Shape 112"/>
        <p:cNvGrpSpPr/>
        <p:nvPr/>
      </p:nvGrpSpPr>
      <p:grpSpPr>
        <a:xfrm>
          <a:off x="0" y="0"/>
          <a:ext cx="0" cy="0"/>
          <a:chOff x="0" y="0"/>
          <a:chExt cx="0" cy="0"/>
        </a:xfrm>
      </p:grpSpPr>
      <p:sp>
        <p:nvSpPr>
          <p:cNvPr id="113" name="Google Shape;113;p21"/>
          <p:cNvSpPr txBox="1">
            <a:spLocks noGrp="1"/>
          </p:cNvSpPr>
          <p:nvPr>
            <p:ph type="title" hasCustomPrompt="1"/>
          </p:nvPr>
        </p:nvSpPr>
        <p:spPr>
          <a:xfrm>
            <a:off x="3370125" y="3495645"/>
            <a:ext cx="1127400" cy="4671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Font typeface="Space Grotesk Light"/>
              <a:buNone/>
              <a:defRPr sz="3600">
                <a:latin typeface="Space Grotesk Light"/>
                <a:ea typeface="Space Grotesk Light"/>
                <a:cs typeface="Space Grotesk Light"/>
                <a:sym typeface="Space Grotesk Light"/>
              </a:defRPr>
            </a:lvl1pPr>
            <a:lvl2pPr lvl="1"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2pPr>
            <a:lvl3pPr lvl="2"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3pPr>
            <a:lvl4pPr lvl="3"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4pPr>
            <a:lvl5pPr lvl="4"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5pPr>
            <a:lvl6pPr lvl="5"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6pPr>
            <a:lvl7pPr lvl="6"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7pPr>
            <a:lvl8pPr lvl="7"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8pPr>
            <a:lvl9pPr lvl="8"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9pPr>
          </a:lstStyle>
          <a:p>
            <a:r>
              <a:t>xx%</a:t>
            </a:r>
          </a:p>
        </p:txBody>
      </p:sp>
      <p:sp>
        <p:nvSpPr>
          <p:cNvPr id="114" name="Google Shape;114;p21"/>
          <p:cNvSpPr txBox="1">
            <a:spLocks noGrp="1"/>
          </p:cNvSpPr>
          <p:nvPr>
            <p:ph type="subTitle" idx="1"/>
          </p:nvPr>
        </p:nvSpPr>
        <p:spPr>
          <a:xfrm>
            <a:off x="3372000" y="3897425"/>
            <a:ext cx="1181700" cy="279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Roboto"/>
              <a:buNone/>
              <a:defRPr sz="1200">
                <a:latin typeface="Roboto"/>
                <a:ea typeface="Roboto"/>
                <a:cs typeface="Roboto"/>
                <a:sym typeface="Roboto"/>
              </a:defRPr>
            </a:lvl1pPr>
            <a:lvl2pPr lvl="1" algn="ctr">
              <a:spcBef>
                <a:spcPts val="0"/>
              </a:spcBef>
              <a:spcAft>
                <a:spcPts val="0"/>
              </a:spcAft>
              <a:buClr>
                <a:schemeClr val="lt1"/>
              </a:buClr>
              <a:buSzPts val="1200"/>
              <a:buFont typeface="Roboto"/>
              <a:buNone/>
              <a:defRPr sz="1200">
                <a:latin typeface="Roboto"/>
                <a:ea typeface="Roboto"/>
                <a:cs typeface="Roboto"/>
                <a:sym typeface="Roboto"/>
              </a:defRPr>
            </a:lvl2pPr>
            <a:lvl3pPr lvl="2" algn="ctr">
              <a:spcBef>
                <a:spcPts val="0"/>
              </a:spcBef>
              <a:spcAft>
                <a:spcPts val="0"/>
              </a:spcAft>
              <a:buClr>
                <a:schemeClr val="lt1"/>
              </a:buClr>
              <a:buSzPts val="1200"/>
              <a:buFont typeface="Roboto"/>
              <a:buNone/>
              <a:defRPr sz="1200">
                <a:latin typeface="Roboto"/>
                <a:ea typeface="Roboto"/>
                <a:cs typeface="Roboto"/>
                <a:sym typeface="Roboto"/>
              </a:defRPr>
            </a:lvl3pPr>
            <a:lvl4pPr lvl="3" algn="ctr">
              <a:spcBef>
                <a:spcPts val="0"/>
              </a:spcBef>
              <a:spcAft>
                <a:spcPts val="0"/>
              </a:spcAft>
              <a:buClr>
                <a:schemeClr val="lt1"/>
              </a:buClr>
              <a:buSzPts val="1200"/>
              <a:buFont typeface="Roboto"/>
              <a:buNone/>
              <a:defRPr sz="1200">
                <a:latin typeface="Roboto"/>
                <a:ea typeface="Roboto"/>
                <a:cs typeface="Roboto"/>
                <a:sym typeface="Roboto"/>
              </a:defRPr>
            </a:lvl4pPr>
            <a:lvl5pPr lvl="4" algn="ctr">
              <a:spcBef>
                <a:spcPts val="0"/>
              </a:spcBef>
              <a:spcAft>
                <a:spcPts val="0"/>
              </a:spcAft>
              <a:buClr>
                <a:schemeClr val="lt1"/>
              </a:buClr>
              <a:buSzPts val="1200"/>
              <a:buFont typeface="Roboto"/>
              <a:buNone/>
              <a:defRPr sz="1200">
                <a:latin typeface="Roboto"/>
                <a:ea typeface="Roboto"/>
                <a:cs typeface="Roboto"/>
                <a:sym typeface="Roboto"/>
              </a:defRPr>
            </a:lvl5pPr>
            <a:lvl6pPr lvl="5" algn="ctr">
              <a:spcBef>
                <a:spcPts val="0"/>
              </a:spcBef>
              <a:spcAft>
                <a:spcPts val="0"/>
              </a:spcAft>
              <a:buClr>
                <a:schemeClr val="lt1"/>
              </a:buClr>
              <a:buSzPts val="1200"/>
              <a:buFont typeface="Roboto"/>
              <a:buNone/>
              <a:defRPr sz="1200">
                <a:latin typeface="Roboto"/>
                <a:ea typeface="Roboto"/>
                <a:cs typeface="Roboto"/>
                <a:sym typeface="Roboto"/>
              </a:defRPr>
            </a:lvl6pPr>
            <a:lvl7pPr lvl="6" algn="ctr">
              <a:spcBef>
                <a:spcPts val="0"/>
              </a:spcBef>
              <a:spcAft>
                <a:spcPts val="0"/>
              </a:spcAft>
              <a:buClr>
                <a:schemeClr val="lt1"/>
              </a:buClr>
              <a:buSzPts val="1200"/>
              <a:buFont typeface="Roboto"/>
              <a:buNone/>
              <a:defRPr sz="1200">
                <a:latin typeface="Roboto"/>
                <a:ea typeface="Roboto"/>
                <a:cs typeface="Roboto"/>
                <a:sym typeface="Roboto"/>
              </a:defRPr>
            </a:lvl7pPr>
            <a:lvl8pPr lvl="7" algn="ctr">
              <a:spcBef>
                <a:spcPts val="0"/>
              </a:spcBef>
              <a:spcAft>
                <a:spcPts val="0"/>
              </a:spcAft>
              <a:buClr>
                <a:schemeClr val="lt1"/>
              </a:buClr>
              <a:buSzPts val="1200"/>
              <a:buFont typeface="Roboto"/>
              <a:buNone/>
              <a:defRPr sz="1200">
                <a:latin typeface="Roboto"/>
                <a:ea typeface="Roboto"/>
                <a:cs typeface="Roboto"/>
                <a:sym typeface="Roboto"/>
              </a:defRPr>
            </a:lvl8pPr>
            <a:lvl9pPr lvl="8" algn="ctr">
              <a:spcBef>
                <a:spcPts val="0"/>
              </a:spcBef>
              <a:spcAft>
                <a:spcPts val="0"/>
              </a:spcAft>
              <a:buClr>
                <a:schemeClr val="lt1"/>
              </a:buClr>
              <a:buSzPts val="1200"/>
              <a:buFont typeface="Roboto"/>
              <a:buNone/>
              <a:defRPr sz="1200">
                <a:latin typeface="Roboto"/>
                <a:ea typeface="Roboto"/>
                <a:cs typeface="Roboto"/>
                <a:sym typeface="Roboto"/>
              </a:defRPr>
            </a:lvl9pPr>
          </a:lstStyle>
          <a:p>
            <a:endParaRPr/>
          </a:p>
        </p:txBody>
      </p:sp>
      <p:sp>
        <p:nvSpPr>
          <p:cNvPr id="115" name="Google Shape;115;p21"/>
          <p:cNvSpPr txBox="1">
            <a:spLocks noGrp="1"/>
          </p:cNvSpPr>
          <p:nvPr>
            <p:ph type="title" idx="2" hasCustomPrompt="1"/>
          </p:nvPr>
        </p:nvSpPr>
        <p:spPr>
          <a:xfrm>
            <a:off x="5819400" y="2556158"/>
            <a:ext cx="2208900" cy="790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7400"/>
              <a:buFont typeface="Space Grotesk Light"/>
              <a:buNone/>
              <a:defRPr sz="7400">
                <a:latin typeface="Space Grotesk Light"/>
                <a:ea typeface="Space Grotesk Light"/>
                <a:cs typeface="Space Grotesk Light"/>
                <a:sym typeface="Space Grotesk Light"/>
              </a:defRPr>
            </a:lvl1pPr>
            <a:lvl2pPr lvl="1"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2pPr>
            <a:lvl3pPr lvl="2"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3pPr>
            <a:lvl4pPr lvl="3"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4pPr>
            <a:lvl5pPr lvl="4"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5pPr>
            <a:lvl6pPr lvl="5"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6pPr>
            <a:lvl7pPr lvl="6"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7pPr>
            <a:lvl8pPr lvl="7"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8pPr>
            <a:lvl9pPr lvl="8"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9pPr>
          </a:lstStyle>
          <a:p>
            <a:r>
              <a:t>xx%</a:t>
            </a:r>
          </a:p>
        </p:txBody>
      </p:sp>
      <p:sp>
        <p:nvSpPr>
          <p:cNvPr id="116" name="Google Shape;116;p21"/>
          <p:cNvSpPr txBox="1">
            <a:spLocks noGrp="1"/>
          </p:cNvSpPr>
          <p:nvPr>
            <p:ph type="subTitle" idx="3"/>
          </p:nvPr>
        </p:nvSpPr>
        <p:spPr>
          <a:xfrm>
            <a:off x="6017200" y="3305600"/>
            <a:ext cx="1731600" cy="279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Roboto"/>
              <a:buNone/>
              <a:defRPr sz="1200">
                <a:latin typeface="Roboto"/>
                <a:ea typeface="Roboto"/>
                <a:cs typeface="Roboto"/>
                <a:sym typeface="Roboto"/>
              </a:defRPr>
            </a:lvl1pPr>
            <a:lvl2pPr lvl="1" algn="ctr">
              <a:spcBef>
                <a:spcPts val="0"/>
              </a:spcBef>
              <a:spcAft>
                <a:spcPts val="0"/>
              </a:spcAft>
              <a:buClr>
                <a:schemeClr val="lt1"/>
              </a:buClr>
              <a:buSzPts val="1200"/>
              <a:buFont typeface="Roboto"/>
              <a:buNone/>
              <a:defRPr sz="1200">
                <a:latin typeface="Roboto"/>
                <a:ea typeface="Roboto"/>
                <a:cs typeface="Roboto"/>
                <a:sym typeface="Roboto"/>
              </a:defRPr>
            </a:lvl2pPr>
            <a:lvl3pPr lvl="2" algn="ctr">
              <a:spcBef>
                <a:spcPts val="0"/>
              </a:spcBef>
              <a:spcAft>
                <a:spcPts val="0"/>
              </a:spcAft>
              <a:buClr>
                <a:schemeClr val="lt1"/>
              </a:buClr>
              <a:buSzPts val="1200"/>
              <a:buFont typeface="Roboto"/>
              <a:buNone/>
              <a:defRPr sz="1200">
                <a:latin typeface="Roboto"/>
                <a:ea typeface="Roboto"/>
                <a:cs typeface="Roboto"/>
                <a:sym typeface="Roboto"/>
              </a:defRPr>
            </a:lvl3pPr>
            <a:lvl4pPr lvl="3" algn="ctr">
              <a:spcBef>
                <a:spcPts val="0"/>
              </a:spcBef>
              <a:spcAft>
                <a:spcPts val="0"/>
              </a:spcAft>
              <a:buClr>
                <a:schemeClr val="lt1"/>
              </a:buClr>
              <a:buSzPts val="1200"/>
              <a:buFont typeface="Roboto"/>
              <a:buNone/>
              <a:defRPr sz="1200">
                <a:latin typeface="Roboto"/>
                <a:ea typeface="Roboto"/>
                <a:cs typeface="Roboto"/>
                <a:sym typeface="Roboto"/>
              </a:defRPr>
            </a:lvl4pPr>
            <a:lvl5pPr lvl="4" algn="ctr">
              <a:spcBef>
                <a:spcPts val="0"/>
              </a:spcBef>
              <a:spcAft>
                <a:spcPts val="0"/>
              </a:spcAft>
              <a:buClr>
                <a:schemeClr val="lt1"/>
              </a:buClr>
              <a:buSzPts val="1200"/>
              <a:buFont typeface="Roboto"/>
              <a:buNone/>
              <a:defRPr sz="1200">
                <a:latin typeface="Roboto"/>
                <a:ea typeface="Roboto"/>
                <a:cs typeface="Roboto"/>
                <a:sym typeface="Roboto"/>
              </a:defRPr>
            </a:lvl5pPr>
            <a:lvl6pPr lvl="5" algn="ctr">
              <a:spcBef>
                <a:spcPts val="0"/>
              </a:spcBef>
              <a:spcAft>
                <a:spcPts val="0"/>
              </a:spcAft>
              <a:buClr>
                <a:schemeClr val="lt1"/>
              </a:buClr>
              <a:buSzPts val="1200"/>
              <a:buFont typeface="Roboto"/>
              <a:buNone/>
              <a:defRPr sz="1200">
                <a:latin typeface="Roboto"/>
                <a:ea typeface="Roboto"/>
                <a:cs typeface="Roboto"/>
                <a:sym typeface="Roboto"/>
              </a:defRPr>
            </a:lvl6pPr>
            <a:lvl7pPr lvl="6" algn="ctr">
              <a:spcBef>
                <a:spcPts val="0"/>
              </a:spcBef>
              <a:spcAft>
                <a:spcPts val="0"/>
              </a:spcAft>
              <a:buClr>
                <a:schemeClr val="lt1"/>
              </a:buClr>
              <a:buSzPts val="1200"/>
              <a:buFont typeface="Roboto"/>
              <a:buNone/>
              <a:defRPr sz="1200">
                <a:latin typeface="Roboto"/>
                <a:ea typeface="Roboto"/>
                <a:cs typeface="Roboto"/>
                <a:sym typeface="Roboto"/>
              </a:defRPr>
            </a:lvl7pPr>
            <a:lvl8pPr lvl="7" algn="ctr">
              <a:spcBef>
                <a:spcPts val="0"/>
              </a:spcBef>
              <a:spcAft>
                <a:spcPts val="0"/>
              </a:spcAft>
              <a:buClr>
                <a:schemeClr val="lt1"/>
              </a:buClr>
              <a:buSzPts val="1200"/>
              <a:buFont typeface="Roboto"/>
              <a:buNone/>
              <a:defRPr sz="1200">
                <a:latin typeface="Roboto"/>
                <a:ea typeface="Roboto"/>
                <a:cs typeface="Roboto"/>
                <a:sym typeface="Roboto"/>
              </a:defRPr>
            </a:lvl8pPr>
            <a:lvl9pPr lvl="8" algn="ctr">
              <a:spcBef>
                <a:spcPts val="0"/>
              </a:spcBef>
              <a:spcAft>
                <a:spcPts val="0"/>
              </a:spcAft>
              <a:buClr>
                <a:schemeClr val="lt1"/>
              </a:buClr>
              <a:buSzPts val="1200"/>
              <a:buFont typeface="Roboto"/>
              <a:buNone/>
              <a:defRPr sz="1200">
                <a:latin typeface="Roboto"/>
                <a:ea typeface="Roboto"/>
                <a:cs typeface="Roboto"/>
                <a:sym typeface="Roboto"/>
              </a:defRPr>
            </a:lvl9pPr>
          </a:lstStyle>
          <a:p>
            <a:endParaRPr/>
          </a:p>
        </p:txBody>
      </p:sp>
      <p:sp>
        <p:nvSpPr>
          <p:cNvPr id="117" name="Google Shape;117;p21"/>
          <p:cNvSpPr txBox="1">
            <a:spLocks noGrp="1"/>
          </p:cNvSpPr>
          <p:nvPr>
            <p:ph type="title" idx="4"/>
          </p:nvPr>
        </p:nvSpPr>
        <p:spPr>
          <a:xfrm>
            <a:off x="212450" y="177900"/>
            <a:ext cx="5645700" cy="7902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118" name="Google Shape;118;p21"/>
          <p:cNvSpPr txBox="1">
            <a:spLocks noGrp="1"/>
          </p:cNvSpPr>
          <p:nvPr>
            <p:ph type="title" idx="5" hasCustomPrompt="1"/>
          </p:nvPr>
        </p:nvSpPr>
        <p:spPr>
          <a:xfrm>
            <a:off x="1753450" y="3792650"/>
            <a:ext cx="798000" cy="4671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2000"/>
              <a:buFont typeface="Space Grotesk Light"/>
              <a:buNone/>
              <a:defRPr sz="2000">
                <a:latin typeface="Space Grotesk Light"/>
                <a:ea typeface="Space Grotesk Light"/>
                <a:cs typeface="Space Grotesk Light"/>
                <a:sym typeface="Space Grotesk Light"/>
              </a:defRPr>
            </a:lvl1pPr>
            <a:lvl2pPr lvl="1"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2pPr>
            <a:lvl3pPr lvl="2"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3pPr>
            <a:lvl4pPr lvl="3"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4pPr>
            <a:lvl5pPr lvl="4"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5pPr>
            <a:lvl6pPr lvl="5"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6pPr>
            <a:lvl7pPr lvl="6"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7pPr>
            <a:lvl8pPr lvl="7"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8pPr>
            <a:lvl9pPr lvl="8"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9pPr>
          </a:lstStyle>
          <a:p>
            <a:r>
              <a:t>xx%</a:t>
            </a:r>
          </a:p>
        </p:txBody>
      </p:sp>
      <p:sp>
        <p:nvSpPr>
          <p:cNvPr id="119" name="Google Shape;119;p21"/>
          <p:cNvSpPr txBox="1">
            <a:spLocks noGrp="1"/>
          </p:cNvSpPr>
          <p:nvPr>
            <p:ph type="subTitle" idx="6"/>
          </p:nvPr>
        </p:nvSpPr>
        <p:spPr>
          <a:xfrm>
            <a:off x="1561550" y="4183550"/>
            <a:ext cx="1181700" cy="279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Roboto"/>
              <a:buNone/>
              <a:defRPr sz="1200">
                <a:latin typeface="Roboto"/>
                <a:ea typeface="Roboto"/>
                <a:cs typeface="Roboto"/>
                <a:sym typeface="Roboto"/>
              </a:defRPr>
            </a:lvl1pPr>
            <a:lvl2pPr lvl="1" algn="ctr">
              <a:spcBef>
                <a:spcPts val="0"/>
              </a:spcBef>
              <a:spcAft>
                <a:spcPts val="0"/>
              </a:spcAft>
              <a:buClr>
                <a:schemeClr val="lt1"/>
              </a:buClr>
              <a:buSzPts val="1200"/>
              <a:buFont typeface="Roboto"/>
              <a:buNone/>
              <a:defRPr sz="1200">
                <a:latin typeface="Roboto"/>
                <a:ea typeface="Roboto"/>
                <a:cs typeface="Roboto"/>
                <a:sym typeface="Roboto"/>
              </a:defRPr>
            </a:lvl2pPr>
            <a:lvl3pPr lvl="2" algn="ctr">
              <a:spcBef>
                <a:spcPts val="0"/>
              </a:spcBef>
              <a:spcAft>
                <a:spcPts val="0"/>
              </a:spcAft>
              <a:buClr>
                <a:schemeClr val="lt1"/>
              </a:buClr>
              <a:buSzPts val="1200"/>
              <a:buFont typeface="Roboto"/>
              <a:buNone/>
              <a:defRPr sz="1200">
                <a:latin typeface="Roboto"/>
                <a:ea typeface="Roboto"/>
                <a:cs typeface="Roboto"/>
                <a:sym typeface="Roboto"/>
              </a:defRPr>
            </a:lvl3pPr>
            <a:lvl4pPr lvl="3" algn="ctr">
              <a:spcBef>
                <a:spcPts val="0"/>
              </a:spcBef>
              <a:spcAft>
                <a:spcPts val="0"/>
              </a:spcAft>
              <a:buClr>
                <a:schemeClr val="lt1"/>
              </a:buClr>
              <a:buSzPts val="1200"/>
              <a:buFont typeface="Roboto"/>
              <a:buNone/>
              <a:defRPr sz="1200">
                <a:latin typeface="Roboto"/>
                <a:ea typeface="Roboto"/>
                <a:cs typeface="Roboto"/>
                <a:sym typeface="Roboto"/>
              </a:defRPr>
            </a:lvl4pPr>
            <a:lvl5pPr lvl="4" algn="ctr">
              <a:spcBef>
                <a:spcPts val="0"/>
              </a:spcBef>
              <a:spcAft>
                <a:spcPts val="0"/>
              </a:spcAft>
              <a:buClr>
                <a:schemeClr val="lt1"/>
              </a:buClr>
              <a:buSzPts val="1200"/>
              <a:buFont typeface="Roboto"/>
              <a:buNone/>
              <a:defRPr sz="1200">
                <a:latin typeface="Roboto"/>
                <a:ea typeface="Roboto"/>
                <a:cs typeface="Roboto"/>
                <a:sym typeface="Roboto"/>
              </a:defRPr>
            </a:lvl5pPr>
            <a:lvl6pPr lvl="5" algn="ctr">
              <a:spcBef>
                <a:spcPts val="0"/>
              </a:spcBef>
              <a:spcAft>
                <a:spcPts val="0"/>
              </a:spcAft>
              <a:buClr>
                <a:schemeClr val="lt1"/>
              </a:buClr>
              <a:buSzPts val="1200"/>
              <a:buFont typeface="Roboto"/>
              <a:buNone/>
              <a:defRPr sz="1200">
                <a:latin typeface="Roboto"/>
                <a:ea typeface="Roboto"/>
                <a:cs typeface="Roboto"/>
                <a:sym typeface="Roboto"/>
              </a:defRPr>
            </a:lvl6pPr>
            <a:lvl7pPr lvl="6" algn="ctr">
              <a:spcBef>
                <a:spcPts val="0"/>
              </a:spcBef>
              <a:spcAft>
                <a:spcPts val="0"/>
              </a:spcAft>
              <a:buClr>
                <a:schemeClr val="lt1"/>
              </a:buClr>
              <a:buSzPts val="1200"/>
              <a:buFont typeface="Roboto"/>
              <a:buNone/>
              <a:defRPr sz="1200">
                <a:latin typeface="Roboto"/>
                <a:ea typeface="Roboto"/>
                <a:cs typeface="Roboto"/>
                <a:sym typeface="Roboto"/>
              </a:defRPr>
            </a:lvl7pPr>
            <a:lvl8pPr lvl="7" algn="ctr">
              <a:spcBef>
                <a:spcPts val="0"/>
              </a:spcBef>
              <a:spcAft>
                <a:spcPts val="0"/>
              </a:spcAft>
              <a:buClr>
                <a:schemeClr val="lt1"/>
              </a:buClr>
              <a:buSzPts val="1200"/>
              <a:buFont typeface="Roboto"/>
              <a:buNone/>
              <a:defRPr sz="1200">
                <a:latin typeface="Roboto"/>
                <a:ea typeface="Roboto"/>
                <a:cs typeface="Roboto"/>
                <a:sym typeface="Roboto"/>
              </a:defRPr>
            </a:lvl8pPr>
            <a:lvl9pPr lvl="8" algn="ctr">
              <a:spcBef>
                <a:spcPts val="0"/>
              </a:spcBef>
              <a:spcAft>
                <a:spcPts val="0"/>
              </a:spcAft>
              <a:buClr>
                <a:schemeClr val="lt1"/>
              </a:buClr>
              <a:buSzPts val="1200"/>
              <a:buFont typeface="Roboto"/>
              <a:buNone/>
              <a:defRPr sz="1200">
                <a:latin typeface="Roboto"/>
                <a:ea typeface="Roboto"/>
                <a:cs typeface="Roboto"/>
                <a:sym typeface="Roboto"/>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Four items">
  <p:cSld name="CUSTOM_2">
    <p:bg>
      <p:bgPr>
        <a:gradFill>
          <a:gsLst>
            <a:gs pos="0">
              <a:schemeClr val="accent4"/>
            </a:gs>
            <a:gs pos="100000">
              <a:schemeClr val="dk1"/>
            </a:gs>
          </a:gsLst>
          <a:lin ang="5400012" scaled="0"/>
        </a:gradFill>
        <a:effectLst/>
      </p:bgPr>
    </p:bg>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212450" y="177900"/>
            <a:ext cx="5789400" cy="4065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122" name="Google Shape;122;p22"/>
          <p:cNvSpPr txBox="1">
            <a:spLocks noGrp="1"/>
          </p:cNvSpPr>
          <p:nvPr>
            <p:ph type="subTitle" idx="1"/>
          </p:nvPr>
        </p:nvSpPr>
        <p:spPr>
          <a:xfrm>
            <a:off x="591847" y="1999125"/>
            <a:ext cx="2481300" cy="2142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a:endParaRPr/>
          </a:p>
        </p:txBody>
      </p:sp>
      <p:sp>
        <p:nvSpPr>
          <p:cNvPr id="123" name="Google Shape;123;p22"/>
          <p:cNvSpPr txBox="1">
            <a:spLocks noGrp="1"/>
          </p:cNvSpPr>
          <p:nvPr>
            <p:ph type="subTitle" idx="2"/>
          </p:nvPr>
        </p:nvSpPr>
        <p:spPr>
          <a:xfrm>
            <a:off x="587100" y="2375550"/>
            <a:ext cx="2481300" cy="6303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24" name="Google Shape;124;p22"/>
          <p:cNvSpPr txBox="1">
            <a:spLocks noGrp="1"/>
          </p:cNvSpPr>
          <p:nvPr>
            <p:ph type="subTitle" idx="3"/>
          </p:nvPr>
        </p:nvSpPr>
        <p:spPr>
          <a:xfrm>
            <a:off x="4991772" y="1999125"/>
            <a:ext cx="2481300" cy="2142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a:endParaRPr/>
          </a:p>
        </p:txBody>
      </p:sp>
      <p:sp>
        <p:nvSpPr>
          <p:cNvPr id="125" name="Google Shape;125;p22"/>
          <p:cNvSpPr txBox="1">
            <a:spLocks noGrp="1"/>
          </p:cNvSpPr>
          <p:nvPr>
            <p:ph type="subTitle" idx="4"/>
          </p:nvPr>
        </p:nvSpPr>
        <p:spPr>
          <a:xfrm>
            <a:off x="591847" y="3389100"/>
            <a:ext cx="2481300" cy="2142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a:endParaRPr/>
          </a:p>
        </p:txBody>
      </p:sp>
      <p:sp>
        <p:nvSpPr>
          <p:cNvPr id="126" name="Google Shape;126;p22"/>
          <p:cNvSpPr txBox="1">
            <a:spLocks noGrp="1"/>
          </p:cNvSpPr>
          <p:nvPr>
            <p:ph type="subTitle" idx="5"/>
          </p:nvPr>
        </p:nvSpPr>
        <p:spPr>
          <a:xfrm>
            <a:off x="587100" y="3765525"/>
            <a:ext cx="2481300" cy="6303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27" name="Google Shape;127;p22"/>
          <p:cNvSpPr txBox="1">
            <a:spLocks noGrp="1"/>
          </p:cNvSpPr>
          <p:nvPr>
            <p:ph type="subTitle" idx="6"/>
          </p:nvPr>
        </p:nvSpPr>
        <p:spPr>
          <a:xfrm>
            <a:off x="4987025" y="2375550"/>
            <a:ext cx="2481300" cy="6303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28" name="Google Shape;128;p22"/>
          <p:cNvSpPr txBox="1">
            <a:spLocks noGrp="1"/>
          </p:cNvSpPr>
          <p:nvPr>
            <p:ph type="subTitle" idx="7"/>
          </p:nvPr>
        </p:nvSpPr>
        <p:spPr>
          <a:xfrm>
            <a:off x="4994147" y="3389100"/>
            <a:ext cx="2481300" cy="2142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a:endParaRPr/>
          </a:p>
        </p:txBody>
      </p:sp>
      <p:sp>
        <p:nvSpPr>
          <p:cNvPr id="129" name="Google Shape;129;p22"/>
          <p:cNvSpPr txBox="1">
            <a:spLocks noGrp="1"/>
          </p:cNvSpPr>
          <p:nvPr>
            <p:ph type="subTitle" idx="8"/>
          </p:nvPr>
        </p:nvSpPr>
        <p:spPr>
          <a:xfrm>
            <a:off x="4989400" y="3765525"/>
            <a:ext cx="2481300" cy="6303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eet the team 1">
  <p:cSld name="CUSTOM">
    <p:bg>
      <p:bgPr>
        <a:gradFill>
          <a:gsLst>
            <a:gs pos="0">
              <a:schemeClr val="accent4"/>
            </a:gs>
            <a:gs pos="100000">
              <a:schemeClr val="dk1"/>
            </a:gs>
          </a:gsLst>
          <a:path path="circle">
            <a:fillToRect l="50000" t="50000" r="50000" b="50000"/>
          </a:path>
          <a:tileRect/>
        </a:gradFill>
        <a:effectLst/>
      </p:bgPr>
    </p:bg>
    <p:spTree>
      <p:nvGrpSpPr>
        <p:cNvPr id="1" name="Shape 130"/>
        <p:cNvGrpSpPr/>
        <p:nvPr/>
      </p:nvGrpSpPr>
      <p:grpSpPr>
        <a:xfrm>
          <a:off x="0" y="0"/>
          <a:ext cx="0" cy="0"/>
          <a:chOff x="0" y="0"/>
          <a:chExt cx="0" cy="0"/>
        </a:xfrm>
      </p:grpSpPr>
      <p:sp>
        <p:nvSpPr>
          <p:cNvPr id="131" name="Google Shape;131;p23"/>
          <p:cNvSpPr>
            <a:spLocks noGrp="1"/>
          </p:cNvSpPr>
          <p:nvPr>
            <p:ph type="pic" idx="2"/>
          </p:nvPr>
        </p:nvSpPr>
        <p:spPr>
          <a:xfrm>
            <a:off x="2481280" y="1138750"/>
            <a:ext cx="1928700" cy="1928700"/>
          </a:xfrm>
          <a:prstGeom prst="rect">
            <a:avLst/>
          </a:prstGeom>
          <a:noFill/>
          <a:ln>
            <a:noFill/>
          </a:ln>
        </p:spPr>
      </p:sp>
      <p:sp>
        <p:nvSpPr>
          <p:cNvPr id="132" name="Google Shape;132;p23"/>
          <p:cNvSpPr>
            <a:spLocks noGrp="1"/>
          </p:cNvSpPr>
          <p:nvPr>
            <p:ph type="pic" idx="3"/>
          </p:nvPr>
        </p:nvSpPr>
        <p:spPr>
          <a:xfrm>
            <a:off x="4733955" y="1138750"/>
            <a:ext cx="1928700" cy="1928700"/>
          </a:xfrm>
          <a:prstGeom prst="rect">
            <a:avLst/>
          </a:prstGeom>
          <a:noFill/>
          <a:ln>
            <a:noFill/>
          </a:ln>
        </p:spPr>
      </p:sp>
      <p:sp>
        <p:nvSpPr>
          <p:cNvPr id="133" name="Google Shape;133;p23"/>
          <p:cNvSpPr>
            <a:spLocks noGrp="1"/>
          </p:cNvSpPr>
          <p:nvPr>
            <p:ph type="pic" idx="4"/>
          </p:nvPr>
        </p:nvSpPr>
        <p:spPr>
          <a:xfrm>
            <a:off x="6986630" y="1138750"/>
            <a:ext cx="1928700" cy="1928700"/>
          </a:xfrm>
          <a:prstGeom prst="rect">
            <a:avLst/>
          </a:prstGeom>
          <a:noFill/>
          <a:ln>
            <a:noFill/>
          </a:ln>
        </p:spPr>
      </p:sp>
      <p:sp>
        <p:nvSpPr>
          <p:cNvPr id="134" name="Google Shape;134;p23"/>
          <p:cNvSpPr>
            <a:spLocks noGrp="1"/>
          </p:cNvSpPr>
          <p:nvPr>
            <p:ph type="pic" idx="5"/>
          </p:nvPr>
        </p:nvSpPr>
        <p:spPr>
          <a:xfrm>
            <a:off x="228605" y="1138750"/>
            <a:ext cx="1928700" cy="1928700"/>
          </a:xfrm>
          <a:prstGeom prst="rect">
            <a:avLst/>
          </a:prstGeom>
          <a:noFill/>
          <a:ln>
            <a:noFill/>
          </a:ln>
        </p:spPr>
      </p:sp>
      <p:cxnSp>
        <p:nvCxnSpPr>
          <p:cNvPr id="135" name="Google Shape;135;p23"/>
          <p:cNvCxnSpPr/>
          <p:nvPr/>
        </p:nvCxnSpPr>
        <p:spPr>
          <a:xfrm>
            <a:off x="228600" y="4912325"/>
            <a:ext cx="1928700" cy="0"/>
          </a:xfrm>
          <a:prstGeom prst="straightConnector1">
            <a:avLst/>
          </a:prstGeom>
          <a:noFill/>
          <a:ln w="9525" cap="flat" cmpd="sng">
            <a:solidFill>
              <a:schemeClr val="accent4"/>
            </a:solidFill>
            <a:prstDash val="solid"/>
            <a:round/>
            <a:headEnd type="none" w="med" len="med"/>
            <a:tailEnd type="none" w="med" len="med"/>
          </a:ln>
        </p:spPr>
      </p:cxnSp>
      <p:cxnSp>
        <p:nvCxnSpPr>
          <p:cNvPr id="136" name="Google Shape;136;p23"/>
          <p:cNvCxnSpPr/>
          <p:nvPr/>
        </p:nvCxnSpPr>
        <p:spPr>
          <a:xfrm>
            <a:off x="2481275" y="4912325"/>
            <a:ext cx="1928700" cy="0"/>
          </a:xfrm>
          <a:prstGeom prst="straightConnector1">
            <a:avLst/>
          </a:prstGeom>
          <a:noFill/>
          <a:ln w="9525" cap="flat" cmpd="sng">
            <a:solidFill>
              <a:schemeClr val="accent4"/>
            </a:solidFill>
            <a:prstDash val="solid"/>
            <a:round/>
            <a:headEnd type="none" w="med" len="med"/>
            <a:tailEnd type="none" w="med" len="med"/>
          </a:ln>
        </p:spPr>
      </p:cxnSp>
      <p:cxnSp>
        <p:nvCxnSpPr>
          <p:cNvPr id="137" name="Google Shape;137;p23"/>
          <p:cNvCxnSpPr/>
          <p:nvPr/>
        </p:nvCxnSpPr>
        <p:spPr>
          <a:xfrm>
            <a:off x="4733950" y="4912325"/>
            <a:ext cx="1928700" cy="0"/>
          </a:xfrm>
          <a:prstGeom prst="straightConnector1">
            <a:avLst/>
          </a:prstGeom>
          <a:noFill/>
          <a:ln w="9525" cap="flat" cmpd="sng">
            <a:solidFill>
              <a:schemeClr val="accent4"/>
            </a:solidFill>
            <a:prstDash val="solid"/>
            <a:round/>
            <a:headEnd type="none" w="med" len="med"/>
            <a:tailEnd type="none" w="med" len="med"/>
          </a:ln>
        </p:spPr>
      </p:cxnSp>
      <p:cxnSp>
        <p:nvCxnSpPr>
          <p:cNvPr id="138" name="Google Shape;138;p23"/>
          <p:cNvCxnSpPr/>
          <p:nvPr/>
        </p:nvCxnSpPr>
        <p:spPr>
          <a:xfrm>
            <a:off x="6986625" y="4912325"/>
            <a:ext cx="1928700" cy="0"/>
          </a:xfrm>
          <a:prstGeom prst="straightConnector1">
            <a:avLst/>
          </a:prstGeom>
          <a:noFill/>
          <a:ln w="9525" cap="flat" cmpd="sng">
            <a:solidFill>
              <a:schemeClr val="accent4"/>
            </a:solidFill>
            <a:prstDash val="solid"/>
            <a:round/>
            <a:headEnd type="none" w="med" len="med"/>
            <a:tailEnd type="none" w="med" len="med"/>
          </a:ln>
        </p:spPr>
      </p:cxnSp>
      <p:sp>
        <p:nvSpPr>
          <p:cNvPr id="139" name="Google Shape;139;p23"/>
          <p:cNvSpPr txBox="1">
            <a:spLocks noGrp="1"/>
          </p:cNvSpPr>
          <p:nvPr>
            <p:ph type="title"/>
          </p:nvPr>
        </p:nvSpPr>
        <p:spPr>
          <a:xfrm>
            <a:off x="211793" y="143171"/>
            <a:ext cx="6054600" cy="504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3000"/>
              <a:buFont typeface="Space Grotesk"/>
              <a:buNone/>
              <a:defRPr sz="3000"/>
            </a:lvl1pPr>
            <a:lvl2pPr lvl="1">
              <a:spcBef>
                <a:spcPts val="0"/>
              </a:spcBef>
              <a:spcAft>
                <a:spcPts val="0"/>
              </a:spcAft>
              <a:buClr>
                <a:schemeClr val="lt1"/>
              </a:buClr>
              <a:buSzPts val="3000"/>
              <a:buFont typeface="Space Grotesk"/>
              <a:buNone/>
              <a:defRPr sz="3000">
                <a:solidFill>
                  <a:schemeClr val="lt1"/>
                </a:solidFill>
              </a:defRPr>
            </a:lvl2pPr>
            <a:lvl3pPr lvl="2">
              <a:spcBef>
                <a:spcPts val="0"/>
              </a:spcBef>
              <a:spcAft>
                <a:spcPts val="0"/>
              </a:spcAft>
              <a:buClr>
                <a:schemeClr val="lt1"/>
              </a:buClr>
              <a:buSzPts val="3000"/>
              <a:buFont typeface="Space Grotesk"/>
              <a:buNone/>
              <a:defRPr sz="3000">
                <a:solidFill>
                  <a:schemeClr val="lt1"/>
                </a:solidFill>
              </a:defRPr>
            </a:lvl3pPr>
            <a:lvl4pPr lvl="3">
              <a:spcBef>
                <a:spcPts val="0"/>
              </a:spcBef>
              <a:spcAft>
                <a:spcPts val="0"/>
              </a:spcAft>
              <a:buClr>
                <a:schemeClr val="lt1"/>
              </a:buClr>
              <a:buSzPts val="3000"/>
              <a:buFont typeface="Space Grotesk"/>
              <a:buNone/>
              <a:defRPr sz="3000">
                <a:solidFill>
                  <a:schemeClr val="lt1"/>
                </a:solidFill>
              </a:defRPr>
            </a:lvl4pPr>
            <a:lvl5pPr lvl="4">
              <a:spcBef>
                <a:spcPts val="0"/>
              </a:spcBef>
              <a:spcAft>
                <a:spcPts val="0"/>
              </a:spcAft>
              <a:buClr>
                <a:schemeClr val="lt1"/>
              </a:buClr>
              <a:buSzPts val="3000"/>
              <a:buFont typeface="Space Grotesk"/>
              <a:buNone/>
              <a:defRPr sz="3000">
                <a:solidFill>
                  <a:schemeClr val="lt1"/>
                </a:solidFill>
              </a:defRPr>
            </a:lvl5pPr>
            <a:lvl6pPr lvl="5">
              <a:spcBef>
                <a:spcPts val="0"/>
              </a:spcBef>
              <a:spcAft>
                <a:spcPts val="0"/>
              </a:spcAft>
              <a:buClr>
                <a:schemeClr val="lt1"/>
              </a:buClr>
              <a:buSzPts val="3000"/>
              <a:buFont typeface="Space Grotesk"/>
              <a:buNone/>
              <a:defRPr sz="3000">
                <a:solidFill>
                  <a:schemeClr val="lt1"/>
                </a:solidFill>
              </a:defRPr>
            </a:lvl6pPr>
            <a:lvl7pPr lvl="6">
              <a:spcBef>
                <a:spcPts val="0"/>
              </a:spcBef>
              <a:spcAft>
                <a:spcPts val="0"/>
              </a:spcAft>
              <a:buClr>
                <a:schemeClr val="lt1"/>
              </a:buClr>
              <a:buSzPts val="3000"/>
              <a:buFont typeface="Space Grotesk"/>
              <a:buNone/>
              <a:defRPr sz="3000">
                <a:solidFill>
                  <a:schemeClr val="lt1"/>
                </a:solidFill>
              </a:defRPr>
            </a:lvl7pPr>
            <a:lvl8pPr lvl="7">
              <a:spcBef>
                <a:spcPts val="0"/>
              </a:spcBef>
              <a:spcAft>
                <a:spcPts val="0"/>
              </a:spcAft>
              <a:buClr>
                <a:schemeClr val="lt1"/>
              </a:buClr>
              <a:buSzPts val="3000"/>
              <a:buFont typeface="Space Grotesk"/>
              <a:buNone/>
              <a:defRPr sz="3000">
                <a:solidFill>
                  <a:schemeClr val="lt1"/>
                </a:solidFill>
              </a:defRPr>
            </a:lvl8pPr>
            <a:lvl9pPr lvl="8">
              <a:spcBef>
                <a:spcPts val="0"/>
              </a:spcBef>
              <a:spcAft>
                <a:spcPts val="0"/>
              </a:spcAft>
              <a:buClr>
                <a:schemeClr val="lt1"/>
              </a:buClr>
              <a:buSzPts val="3000"/>
              <a:buFont typeface="Space Grotesk"/>
              <a:buNone/>
              <a:defRPr sz="3000">
                <a:solidFill>
                  <a:schemeClr val="lt1"/>
                </a:solidFill>
              </a:defRPr>
            </a:lvl9pPr>
          </a:lstStyle>
          <a:p>
            <a:endParaRPr/>
          </a:p>
        </p:txBody>
      </p:sp>
      <p:sp>
        <p:nvSpPr>
          <p:cNvPr id="140" name="Google Shape;140;p23"/>
          <p:cNvSpPr txBox="1">
            <a:spLocks noGrp="1"/>
          </p:cNvSpPr>
          <p:nvPr>
            <p:ph type="subTitle" idx="1"/>
          </p:nvPr>
        </p:nvSpPr>
        <p:spPr>
          <a:xfrm>
            <a:off x="228650" y="3343950"/>
            <a:ext cx="1928700" cy="2109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a:endParaRPr/>
          </a:p>
        </p:txBody>
      </p:sp>
      <p:sp>
        <p:nvSpPr>
          <p:cNvPr id="141" name="Google Shape;141;p23"/>
          <p:cNvSpPr txBox="1">
            <a:spLocks noGrp="1"/>
          </p:cNvSpPr>
          <p:nvPr>
            <p:ph type="subTitle" idx="6"/>
          </p:nvPr>
        </p:nvSpPr>
        <p:spPr>
          <a:xfrm>
            <a:off x="228600" y="3581375"/>
            <a:ext cx="1714500" cy="210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42" name="Google Shape;142;p23"/>
          <p:cNvSpPr txBox="1">
            <a:spLocks noGrp="1"/>
          </p:cNvSpPr>
          <p:nvPr>
            <p:ph type="subTitle" idx="7"/>
          </p:nvPr>
        </p:nvSpPr>
        <p:spPr>
          <a:xfrm>
            <a:off x="228600" y="3981350"/>
            <a:ext cx="1714500" cy="210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43" name="Google Shape;143;p23"/>
          <p:cNvSpPr txBox="1">
            <a:spLocks noGrp="1"/>
          </p:cNvSpPr>
          <p:nvPr>
            <p:ph type="subTitle" idx="8"/>
          </p:nvPr>
        </p:nvSpPr>
        <p:spPr>
          <a:xfrm>
            <a:off x="2481350" y="3343950"/>
            <a:ext cx="1928700" cy="2109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a:endParaRPr/>
          </a:p>
        </p:txBody>
      </p:sp>
      <p:sp>
        <p:nvSpPr>
          <p:cNvPr id="144" name="Google Shape;144;p23"/>
          <p:cNvSpPr txBox="1">
            <a:spLocks noGrp="1"/>
          </p:cNvSpPr>
          <p:nvPr>
            <p:ph type="subTitle" idx="9"/>
          </p:nvPr>
        </p:nvSpPr>
        <p:spPr>
          <a:xfrm>
            <a:off x="2481300" y="3581375"/>
            <a:ext cx="1714500" cy="210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45" name="Google Shape;145;p23"/>
          <p:cNvSpPr txBox="1">
            <a:spLocks noGrp="1"/>
          </p:cNvSpPr>
          <p:nvPr>
            <p:ph type="subTitle" idx="13"/>
          </p:nvPr>
        </p:nvSpPr>
        <p:spPr>
          <a:xfrm>
            <a:off x="2481300" y="3981350"/>
            <a:ext cx="1714500" cy="210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46" name="Google Shape;146;p23"/>
          <p:cNvSpPr txBox="1">
            <a:spLocks noGrp="1"/>
          </p:cNvSpPr>
          <p:nvPr>
            <p:ph type="subTitle" idx="14"/>
          </p:nvPr>
        </p:nvSpPr>
        <p:spPr>
          <a:xfrm>
            <a:off x="4734050" y="3343950"/>
            <a:ext cx="1928700" cy="2109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a:endParaRPr/>
          </a:p>
        </p:txBody>
      </p:sp>
      <p:sp>
        <p:nvSpPr>
          <p:cNvPr id="147" name="Google Shape;147;p23"/>
          <p:cNvSpPr txBox="1">
            <a:spLocks noGrp="1"/>
          </p:cNvSpPr>
          <p:nvPr>
            <p:ph type="subTitle" idx="15"/>
          </p:nvPr>
        </p:nvSpPr>
        <p:spPr>
          <a:xfrm>
            <a:off x="4734000" y="3581375"/>
            <a:ext cx="1714500" cy="210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48" name="Google Shape;148;p23"/>
          <p:cNvSpPr txBox="1">
            <a:spLocks noGrp="1"/>
          </p:cNvSpPr>
          <p:nvPr>
            <p:ph type="subTitle" idx="16"/>
          </p:nvPr>
        </p:nvSpPr>
        <p:spPr>
          <a:xfrm>
            <a:off x="4734000" y="3981350"/>
            <a:ext cx="1714500" cy="210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49" name="Google Shape;149;p23"/>
          <p:cNvSpPr txBox="1">
            <a:spLocks noGrp="1"/>
          </p:cNvSpPr>
          <p:nvPr>
            <p:ph type="subTitle" idx="17"/>
          </p:nvPr>
        </p:nvSpPr>
        <p:spPr>
          <a:xfrm>
            <a:off x="6986750" y="3343950"/>
            <a:ext cx="1928700" cy="2109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a:endParaRPr/>
          </a:p>
        </p:txBody>
      </p:sp>
      <p:sp>
        <p:nvSpPr>
          <p:cNvPr id="150" name="Google Shape;150;p23"/>
          <p:cNvSpPr txBox="1">
            <a:spLocks noGrp="1"/>
          </p:cNvSpPr>
          <p:nvPr>
            <p:ph type="subTitle" idx="18"/>
          </p:nvPr>
        </p:nvSpPr>
        <p:spPr>
          <a:xfrm>
            <a:off x="6986700" y="3581375"/>
            <a:ext cx="1714500" cy="210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51" name="Google Shape;151;p23"/>
          <p:cNvSpPr txBox="1">
            <a:spLocks noGrp="1"/>
          </p:cNvSpPr>
          <p:nvPr>
            <p:ph type="subTitle" idx="19"/>
          </p:nvPr>
        </p:nvSpPr>
        <p:spPr>
          <a:xfrm>
            <a:off x="6986700" y="3981350"/>
            <a:ext cx="1714500" cy="210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eet the team 2">
  <p:cSld name="CUSTOM_1">
    <p:bg>
      <p:bgPr>
        <a:gradFill>
          <a:gsLst>
            <a:gs pos="0">
              <a:schemeClr val="accent4"/>
            </a:gs>
            <a:gs pos="100000">
              <a:schemeClr val="dk1"/>
            </a:gs>
          </a:gsLst>
          <a:path path="circle">
            <a:fillToRect l="50000" t="50000" r="50000" b="50000"/>
          </a:path>
          <a:tileRect/>
        </a:gradFill>
        <a:effectLst/>
      </p:bgPr>
    </p:bg>
    <p:spTree>
      <p:nvGrpSpPr>
        <p:cNvPr id="1" name="Shape 152"/>
        <p:cNvGrpSpPr/>
        <p:nvPr/>
      </p:nvGrpSpPr>
      <p:grpSpPr>
        <a:xfrm>
          <a:off x="0" y="0"/>
          <a:ext cx="0" cy="0"/>
          <a:chOff x="0" y="0"/>
          <a:chExt cx="0" cy="0"/>
        </a:xfrm>
      </p:grpSpPr>
      <p:sp>
        <p:nvSpPr>
          <p:cNvPr id="153" name="Google Shape;153;p24"/>
          <p:cNvSpPr>
            <a:spLocks noGrp="1"/>
          </p:cNvSpPr>
          <p:nvPr>
            <p:ph type="pic" idx="2"/>
          </p:nvPr>
        </p:nvSpPr>
        <p:spPr>
          <a:xfrm>
            <a:off x="7034475" y="1338925"/>
            <a:ext cx="1833000" cy="1833000"/>
          </a:xfrm>
          <a:prstGeom prst="rect">
            <a:avLst/>
          </a:prstGeom>
          <a:noFill/>
          <a:ln>
            <a:noFill/>
          </a:ln>
        </p:spPr>
      </p:sp>
      <p:sp>
        <p:nvSpPr>
          <p:cNvPr id="154" name="Google Shape;154;p24"/>
          <p:cNvSpPr>
            <a:spLocks noGrp="1"/>
          </p:cNvSpPr>
          <p:nvPr>
            <p:ph type="pic" idx="3"/>
          </p:nvPr>
        </p:nvSpPr>
        <p:spPr>
          <a:xfrm>
            <a:off x="2529125" y="1338925"/>
            <a:ext cx="1833000" cy="1833000"/>
          </a:xfrm>
          <a:prstGeom prst="rect">
            <a:avLst/>
          </a:prstGeom>
          <a:noFill/>
          <a:ln>
            <a:noFill/>
          </a:ln>
        </p:spPr>
      </p:sp>
      <p:sp>
        <p:nvSpPr>
          <p:cNvPr id="155" name="Google Shape;155;p24"/>
          <p:cNvSpPr>
            <a:spLocks noGrp="1"/>
          </p:cNvSpPr>
          <p:nvPr>
            <p:ph type="pic" idx="4"/>
          </p:nvPr>
        </p:nvSpPr>
        <p:spPr>
          <a:xfrm>
            <a:off x="4781800" y="1338925"/>
            <a:ext cx="1833000" cy="1833000"/>
          </a:xfrm>
          <a:prstGeom prst="rect">
            <a:avLst/>
          </a:prstGeom>
          <a:noFill/>
          <a:ln>
            <a:noFill/>
          </a:ln>
        </p:spPr>
      </p:sp>
      <p:sp>
        <p:nvSpPr>
          <p:cNvPr id="156" name="Google Shape;156;p24"/>
          <p:cNvSpPr>
            <a:spLocks noGrp="1"/>
          </p:cNvSpPr>
          <p:nvPr>
            <p:ph type="pic" idx="5"/>
          </p:nvPr>
        </p:nvSpPr>
        <p:spPr>
          <a:xfrm>
            <a:off x="276450" y="1338925"/>
            <a:ext cx="1833000" cy="1833000"/>
          </a:xfrm>
          <a:prstGeom prst="rect">
            <a:avLst/>
          </a:prstGeom>
          <a:noFill/>
          <a:ln>
            <a:noFill/>
          </a:ln>
        </p:spPr>
      </p:sp>
      <p:sp>
        <p:nvSpPr>
          <p:cNvPr id="157" name="Google Shape;157;p24"/>
          <p:cNvSpPr txBox="1">
            <a:spLocks noGrp="1"/>
          </p:cNvSpPr>
          <p:nvPr>
            <p:ph type="title"/>
          </p:nvPr>
        </p:nvSpPr>
        <p:spPr>
          <a:xfrm>
            <a:off x="211793" y="143171"/>
            <a:ext cx="6054600" cy="504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3000"/>
              <a:buFont typeface="Space Grotesk"/>
              <a:buNone/>
              <a:defRPr sz="3000"/>
            </a:lvl1pPr>
            <a:lvl2pPr lvl="1">
              <a:spcBef>
                <a:spcPts val="0"/>
              </a:spcBef>
              <a:spcAft>
                <a:spcPts val="0"/>
              </a:spcAft>
              <a:buClr>
                <a:schemeClr val="lt1"/>
              </a:buClr>
              <a:buSzPts val="3000"/>
              <a:buFont typeface="Space Grotesk"/>
              <a:buNone/>
              <a:defRPr sz="3000">
                <a:solidFill>
                  <a:schemeClr val="lt1"/>
                </a:solidFill>
              </a:defRPr>
            </a:lvl2pPr>
            <a:lvl3pPr lvl="2">
              <a:spcBef>
                <a:spcPts val="0"/>
              </a:spcBef>
              <a:spcAft>
                <a:spcPts val="0"/>
              </a:spcAft>
              <a:buClr>
                <a:schemeClr val="lt1"/>
              </a:buClr>
              <a:buSzPts val="3000"/>
              <a:buFont typeface="Space Grotesk"/>
              <a:buNone/>
              <a:defRPr sz="3000">
                <a:solidFill>
                  <a:schemeClr val="lt1"/>
                </a:solidFill>
              </a:defRPr>
            </a:lvl3pPr>
            <a:lvl4pPr lvl="3">
              <a:spcBef>
                <a:spcPts val="0"/>
              </a:spcBef>
              <a:spcAft>
                <a:spcPts val="0"/>
              </a:spcAft>
              <a:buClr>
                <a:schemeClr val="lt1"/>
              </a:buClr>
              <a:buSzPts val="3000"/>
              <a:buFont typeface="Space Grotesk"/>
              <a:buNone/>
              <a:defRPr sz="3000">
                <a:solidFill>
                  <a:schemeClr val="lt1"/>
                </a:solidFill>
              </a:defRPr>
            </a:lvl4pPr>
            <a:lvl5pPr lvl="4">
              <a:spcBef>
                <a:spcPts val="0"/>
              </a:spcBef>
              <a:spcAft>
                <a:spcPts val="0"/>
              </a:spcAft>
              <a:buClr>
                <a:schemeClr val="lt1"/>
              </a:buClr>
              <a:buSzPts val="3000"/>
              <a:buFont typeface="Space Grotesk"/>
              <a:buNone/>
              <a:defRPr sz="3000">
                <a:solidFill>
                  <a:schemeClr val="lt1"/>
                </a:solidFill>
              </a:defRPr>
            </a:lvl5pPr>
            <a:lvl6pPr lvl="5">
              <a:spcBef>
                <a:spcPts val="0"/>
              </a:spcBef>
              <a:spcAft>
                <a:spcPts val="0"/>
              </a:spcAft>
              <a:buClr>
                <a:schemeClr val="lt1"/>
              </a:buClr>
              <a:buSzPts val="3000"/>
              <a:buFont typeface="Space Grotesk"/>
              <a:buNone/>
              <a:defRPr sz="3000">
                <a:solidFill>
                  <a:schemeClr val="lt1"/>
                </a:solidFill>
              </a:defRPr>
            </a:lvl6pPr>
            <a:lvl7pPr lvl="6">
              <a:spcBef>
                <a:spcPts val="0"/>
              </a:spcBef>
              <a:spcAft>
                <a:spcPts val="0"/>
              </a:spcAft>
              <a:buClr>
                <a:schemeClr val="lt1"/>
              </a:buClr>
              <a:buSzPts val="3000"/>
              <a:buFont typeface="Space Grotesk"/>
              <a:buNone/>
              <a:defRPr sz="3000">
                <a:solidFill>
                  <a:schemeClr val="lt1"/>
                </a:solidFill>
              </a:defRPr>
            </a:lvl7pPr>
            <a:lvl8pPr lvl="7">
              <a:spcBef>
                <a:spcPts val="0"/>
              </a:spcBef>
              <a:spcAft>
                <a:spcPts val="0"/>
              </a:spcAft>
              <a:buClr>
                <a:schemeClr val="lt1"/>
              </a:buClr>
              <a:buSzPts val="3000"/>
              <a:buFont typeface="Space Grotesk"/>
              <a:buNone/>
              <a:defRPr sz="3000">
                <a:solidFill>
                  <a:schemeClr val="lt1"/>
                </a:solidFill>
              </a:defRPr>
            </a:lvl8pPr>
            <a:lvl9pPr lvl="8">
              <a:spcBef>
                <a:spcPts val="0"/>
              </a:spcBef>
              <a:spcAft>
                <a:spcPts val="0"/>
              </a:spcAft>
              <a:buClr>
                <a:schemeClr val="lt1"/>
              </a:buClr>
              <a:buSzPts val="3000"/>
              <a:buFont typeface="Space Grotesk"/>
              <a:buNone/>
              <a:defRPr sz="3000">
                <a:solidFill>
                  <a:schemeClr val="lt1"/>
                </a:solidFill>
              </a:defRPr>
            </a:lvl9pPr>
          </a:lstStyle>
          <a:p>
            <a:endParaRPr/>
          </a:p>
        </p:txBody>
      </p:sp>
      <p:sp>
        <p:nvSpPr>
          <p:cNvPr id="158" name="Google Shape;158;p24"/>
          <p:cNvSpPr txBox="1">
            <a:spLocks noGrp="1"/>
          </p:cNvSpPr>
          <p:nvPr>
            <p:ph type="subTitle" idx="1"/>
          </p:nvPr>
        </p:nvSpPr>
        <p:spPr>
          <a:xfrm>
            <a:off x="424150" y="3421400"/>
            <a:ext cx="1553700" cy="2109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a:endParaRPr/>
          </a:p>
        </p:txBody>
      </p:sp>
      <p:sp>
        <p:nvSpPr>
          <p:cNvPr id="159" name="Google Shape;159;p24"/>
          <p:cNvSpPr txBox="1">
            <a:spLocks noGrp="1"/>
          </p:cNvSpPr>
          <p:nvPr>
            <p:ph type="subTitle" idx="6"/>
          </p:nvPr>
        </p:nvSpPr>
        <p:spPr>
          <a:xfrm>
            <a:off x="424100" y="3658825"/>
            <a:ext cx="1425300" cy="210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60" name="Google Shape;160;p24"/>
          <p:cNvSpPr txBox="1">
            <a:spLocks noGrp="1"/>
          </p:cNvSpPr>
          <p:nvPr>
            <p:ph type="subTitle" idx="7"/>
          </p:nvPr>
        </p:nvSpPr>
        <p:spPr>
          <a:xfrm>
            <a:off x="2676825" y="3421400"/>
            <a:ext cx="1553700" cy="2109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a:endParaRPr/>
          </a:p>
        </p:txBody>
      </p:sp>
      <p:sp>
        <p:nvSpPr>
          <p:cNvPr id="161" name="Google Shape;161;p24"/>
          <p:cNvSpPr txBox="1">
            <a:spLocks noGrp="1"/>
          </p:cNvSpPr>
          <p:nvPr>
            <p:ph type="subTitle" idx="8"/>
          </p:nvPr>
        </p:nvSpPr>
        <p:spPr>
          <a:xfrm>
            <a:off x="2676775" y="3658825"/>
            <a:ext cx="1425300" cy="210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62" name="Google Shape;162;p24"/>
          <p:cNvSpPr txBox="1">
            <a:spLocks noGrp="1"/>
          </p:cNvSpPr>
          <p:nvPr>
            <p:ph type="subTitle" idx="9"/>
          </p:nvPr>
        </p:nvSpPr>
        <p:spPr>
          <a:xfrm>
            <a:off x="4921475" y="3421400"/>
            <a:ext cx="1553700" cy="2109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a:endParaRPr/>
          </a:p>
        </p:txBody>
      </p:sp>
      <p:sp>
        <p:nvSpPr>
          <p:cNvPr id="163" name="Google Shape;163;p24"/>
          <p:cNvSpPr txBox="1">
            <a:spLocks noGrp="1"/>
          </p:cNvSpPr>
          <p:nvPr>
            <p:ph type="subTitle" idx="13"/>
          </p:nvPr>
        </p:nvSpPr>
        <p:spPr>
          <a:xfrm>
            <a:off x="4921425" y="3658825"/>
            <a:ext cx="1425300" cy="210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
        <p:nvSpPr>
          <p:cNvPr id="164" name="Google Shape;164;p24"/>
          <p:cNvSpPr txBox="1">
            <a:spLocks noGrp="1"/>
          </p:cNvSpPr>
          <p:nvPr>
            <p:ph type="subTitle" idx="14"/>
          </p:nvPr>
        </p:nvSpPr>
        <p:spPr>
          <a:xfrm>
            <a:off x="7182175" y="3421400"/>
            <a:ext cx="1553700" cy="2109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a:endParaRPr/>
          </a:p>
        </p:txBody>
      </p:sp>
      <p:sp>
        <p:nvSpPr>
          <p:cNvPr id="165" name="Google Shape;165;p24"/>
          <p:cNvSpPr txBox="1">
            <a:spLocks noGrp="1"/>
          </p:cNvSpPr>
          <p:nvPr>
            <p:ph type="subTitle" idx="15"/>
          </p:nvPr>
        </p:nvSpPr>
        <p:spPr>
          <a:xfrm>
            <a:off x="7182125" y="3658825"/>
            <a:ext cx="1425300" cy="210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ubtitle and body">
  <p:cSld name="BLANK_1_1_1_1_2">
    <p:bg>
      <p:bgPr>
        <a:gradFill>
          <a:gsLst>
            <a:gs pos="0">
              <a:schemeClr val="accent4"/>
            </a:gs>
            <a:gs pos="100000">
              <a:schemeClr val="dk1"/>
            </a:gs>
          </a:gsLst>
          <a:path path="circle">
            <a:fillToRect l="50000" t="50000" r="50000" b="50000"/>
          </a:path>
          <a:tileRect/>
        </a:gradFill>
        <a:effectLst/>
      </p:bgPr>
    </p:bg>
    <p:spTree>
      <p:nvGrpSpPr>
        <p:cNvPr id="1" name="Shape 166"/>
        <p:cNvGrpSpPr/>
        <p:nvPr/>
      </p:nvGrpSpPr>
      <p:grpSpPr>
        <a:xfrm>
          <a:off x="0" y="0"/>
          <a:ext cx="0" cy="0"/>
          <a:chOff x="0" y="0"/>
          <a:chExt cx="0" cy="0"/>
        </a:xfrm>
      </p:grpSpPr>
      <p:sp>
        <p:nvSpPr>
          <p:cNvPr id="167" name="Google Shape;167;p25"/>
          <p:cNvSpPr txBox="1">
            <a:spLocks noGrp="1"/>
          </p:cNvSpPr>
          <p:nvPr>
            <p:ph type="title"/>
          </p:nvPr>
        </p:nvSpPr>
        <p:spPr>
          <a:xfrm>
            <a:off x="212450" y="177900"/>
            <a:ext cx="6447000" cy="4065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000">
                <a:solidFill>
                  <a:schemeClr val="accent2"/>
                </a:solidFill>
              </a:defRPr>
            </a:lvl1pPr>
            <a:lvl2pPr lvl="1">
              <a:lnSpc>
                <a:spcPct val="115000"/>
              </a:lnSpc>
              <a:spcBef>
                <a:spcPts val="0"/>
              </a:spcBef>
              <a:spcAft>
                <a:spcPts val="0"/>
              </a:spcAft>
              <a:buNone/>
              <a:defRPr sz="3000">
                <a:solidFill>
                  <a:schemeClr val="accent2"/>
                </a:solidFill>
              </a:defRPr>
            </a:lvl2pPr>
            <a:lvl3pPr lvl="2">
              <a:lnSpc>
                <a:spcPct val="115000"/>
              </a:lnSpc>
              <a:spcBef>
                <a:spcPts val="0"/>
              </a:spcBef>
              <a:spcAft>
                <a:spcPts val="0"/>
              </a:spcAft>
              <a:buNone/>
              <a:defRPr sz="3000">
                <a:solidFill>
                  <a:schemeClr val="accent2"/>
                </a:solidFill>
              </a:defRPr>
            </a:lvl3pPr>
            <a:lvl4pPr lvl="3">
              <a:lnSpc>
                <a:spcPct val="115000"/>
              </a:lnSpc>
              <a:spcBef>
                <a:spcPts val="0"/>
              </a:spcBef>
              <a:spcAft>
                <a:spcPts val="0"/>
              </a:spcAft>
              <a:buNone/>
              <a:defRPr sz="3000">
                <a:solidFill>
                  <a:schemeClr val="accent2"/>
                </a:solidFill>
              </a:defRPr>
            </a:lvl4pPr>
            <a:lvl5pPr lvl="4">
              <a:lnSpc>
                <a:spcPct val="115000"/>
              </a:lnSpc>
              <a:spcBef>
                <a:spcPts val="0"/>
              </a:spcBef>
              <a:spcAft>
                <a:spcPts val="0"/>
              </a:spcAft>
              <a:buNone/>
              <a:defRPr sz="3000">
                <a:solidFill>
                  <a:schemeClr val="accent2"/>
                </a:solidFill>
              </a:defRPr>
            </a:lvl5pPr>
            <a:lvl6pPr lvl="5">
              <a:lnSpc>
                <a:spcPct val="115000"/>
              </a:lnSpc>
              <a:spcBef>
                <a:spcPts val="0"/>
              </a:spcBef>
              <a:spcAft>
                <a:spcPts val="0"/>
              </a:spcAft>
              <a:buNone/>
              <a:defRPr sz="3000">
                <a:solidFill>
                  <a:schemeClr val="accent2"/>
                </a:solidFill>
              </a:defRPr>
            </a:lvl6pPr>
            <a:lvl7pPr lvl="6">
              <a:lnSpc>
                <a:spcPct val="115000"/>
              </a:lnSpc>
              <a:spcBef>
                <a:spcPts val="0"/>
              </a:spcBef>
              <a:spcAft>
                <a:spcPts val="0"/>
              </a:spcAft>
              <a:buNone/>
              <a:defRPr sz="3000">
                <a:solidFill>
                  <a:schemeClr val="accent2"/>
                </a:solidFill>
              </a:defRPr>
            </a:lvl7pPr>
            <a:lvl8pPr lvl="7">
              <a:lnSpc>
                <a:spcPct val="115000"/>
              </a:lnSpc>
              <a:spcBef>
                <a:spcPts val="0"/>
              </a:spcBef>
              <a:spcAft>
                <a:spcPts val="0"/>
              </a:spcAft>
              <a:buNone/>
              <a:defRPr sz="3000">
                <a:solidFill>
                  <a:schemeClr val="accent2"/>
                </a:solidFill>
              </a:defRPr>
            </a:lvl8pPr>
            <a:lvl9pPr lvl="8">
              <a:lnSpc>
                <a:spcPct val="115000"/>
              </a:lnSpc>
              <a:spcBef>
                <a:spcPts val="0"/>
              </a:spcBef>
              <a:spcAft>
                <a:spcPts val="0"/>
              </a:spcAft>
              <a:buNone/>
              <a:defRPr sz="3000">
                <a:solidFill>
                  <a:schemeClr val="accent2"/>
                </a:solidFill>
              </a:defRPr>
            </a:lvl9pPr>
          </a:lstStyle>
          <a:p>
            <a:endParaRPr/>
          </a:p>
        </p:txBody>
      </p:sp>
      <p:cxnSp>
        <p:nvCxnSpPr>
          <p:cNvPr id="168" name="Google Shape;168;p25"/>
          <p:cNvCxnSpPr/>
          <p:nvPr/>
        </p:nvCxnSpPr>
        <p:spPr>
          <a:xfrm>
            <a:off x="228600" y="627300"/>
            <a:ext cx="440700" cy="0"/>
          </a:xfrm>
          <a:prstGeom prst="straightConnector1">
            <a:avLst/>
          </a:prstGeom>
          <a:noFill/>
          <a:ln w="19050" cap="flat" cmpd="sng">
            <a:solidFill>
              <a:schemeClr val="accent2"/>
            </a:solidFill>
            <a:prstDash val="solid"/>
            <a:round/>
            <a:headEnd type="none" w="med" len="med"/>
            <a:tailEnd type="none" w="med" len="med"/>
          </a:ln>
        </p:spPr>
      </p:cxnSp>
      <p:sp>
        <p:nvSpPr>
          <p:cNvPr id="169" name="Google Shape;169;p25"/>
          <p:cNvSpPr txBox="1">
            <a:spLocks noGrp="1"/>
          </p:cNvSpPr>
          <p:nvPr>
            <p:ph type="body" idx="1"/>
          </p:nvPr>
        </p:nvSpPr>
        <p:spPr>
          <a:xfrm>
            <a:off x="228600" y="1343100"/>
            <a:ext cx="4390500" cy="1120800"/>
          </a:xfrm>
          <a:prstGeom prst="rect">
            <a:avLst/>
          </a:prstGeom>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Roboto"/>
              <a:buChar char="●"/>
              <a:defRPr/>
            </a:lvl1pPr>
            <a:lvl2pPr marL="914400" lvl="1" indent="-292100">
              <a:lnSpc>
                <a:spcPct val="115000"/>
              </a:lnSpc>
              <a:spcBef>
                <a:spcPts val="800"/>
              </a:spcBef>
              <a:spcAft>
                <a:spcPts val="0"/>
              </a:spcAft>
              <a:buClr>
                <a:schemeClr val="lt1"/>
              </a:buClr>
              <a:buSzPts val="1000"/>
              <a:buFont typeface="Roboto"/>
              <a:buChar char="○"/>
              <a:defRPr/>
            </a:lvl2pPr>
            <a:lvl3pPr marL="1371600" lvl="2" indent="-292100">
              <a:lnSpc>
                <a:spcPct val="115000"/>
              </a:lnSpc>
              <a:spcBef>
                <a:spcPts val="800"/>
              </a:spcBef>
              <a:spcAft>
                <a:spcPts val="0"/>
              </a:spcAft>
              <a:buClr>
                <a:schemeClr val="lt1"/>
              </a:buClr>
              <a:buSzPts val="1000"/>
              <a:buFont typeface="Roboto"/>
              <a:buChar char="■"/>
              <a:defRPr/>
            </a:lvl3pPr>
            <a:lvl4pPr marL="1828800" lvl="3" indent="-292100">
              <a:lnSpc>
                <a:spcPct val="115000"/>
              </a:lnSpc>
              <a:spcBef>
                <a:spcPts val="800"/>
              </a:spcBef>
              <a:spcAft>
                <a:spcPts val="0"/>
              </a:spcAft>
              <a:buClr>
                <a:schemeClr val="lt1"/>
              </a:buClr>
              <a:buSzPts val="1000"/>
              <a:buFont typeface="Roboto"/>
              <a:buChar char="●"/>
              <a:defRPr/>
            </a:lvl4pPr>
            <a:lvl5pPr marL="2286000" lvl="4" indent="-292100">
              <a:lnSpc>
                <a:spcPct val="115000"/>
              </a:lnSpc>
              <a:spcBef>
                <a:spcPts val="800"/>
              </a:spcBef>
              <a:spcAft>
                <a:spcPts val="0"/>
              </a:spcAft>
              <a:buClr>
                <a:schemeClr val="lt1"/>
              </a:buClr>
              <a:buSzPts val="1000"/>
              <a:buFont typeface="Roboto"/>
              <a:buChar char="○"/>
              <a:defRPr/>
            </a:lvl5pPr>
            <a:lvl6pPr marL="2743200" lvl="5" indent="-292100">
              <a:lnSpc>
                <a:spcPct val="115000"/>
              </a:lnSpc>
              <a:spcBef>
                <a:spcPts val="800"/>
              </a:spcBef>
              <a:spcAft>
                <a:spcPts val="0"/>
              </a:spcAft>
              <a:buClr>
                <a:schemeClr val="lt1"/>
              </a:buClr>
              <a:buSzPts val="1000"/>
              <a:buFont typeface="Roboto"/>
              <a:buChar char="■"/>
              <a:defRPr/>
            </a:lvl6pPr>
            <a:lvl7pPr marL="3200400" lvl="6" indent="-292100">
              <a:lnSpc>
                <a:spcPct val="115000"/>
              </a:lnSpc>
              <a:spcBef>
                <a:spcPts val="800"/>
              </a:spcBef>
              <a:spcAft>
                <a:spcPts val="0"/>
              </a:spcAft>
              <a:buClr>
                <a:schemeClr val="lt1"/>
              </a:buClr>
              <a:buSzPts val="1000"/>
              <a:buFont typeface="Roboto"/>
              <a:buChar char="●"/>
              <a:defRPr/>
            </a:lvl7pPr>
            <a:lvl8pPr marL="3657600" lvl="7" indent="-292100">
              <a:lnSpc>
                <a:spcPct val="115000"/>
              </a:lnSpc>
              <a:spcBef>
                <a:spcPts val="800"/>
              </a:spcBef>
              <a:spcAft>
                <a:spcPts val="0"/>
              </a:spcAft>
              <a:buClr>
                <a:schemeClr val="lt1"/>
              </a:buClr>
              <a:buSzPts val="1000"/>
              <a:buFont typeface="Roboto"/>
              <a:buChar char="○"/>
              <a:defRPr/>
            </a:lvl8pPr>
            <a:lvl9pPr marL="4114800" lvl="8" indent="-292100">
              <a:lnSpc>
                <a:spcPct val="115000"/>
              </a:lnSpc>
              <a:spcBef>
                <a:spcPts val="800"/>
              </a:spcBef>
              <a:spcAft>
                <a:spcPts val="800"/>
              </a:spcAft>
              <a:buClr>
                <a:schemeClr val="lt1"/>
              </a:buClr>
              <a:buSzPts val="1000"/>
              <a:buFont typeface="Roboto"/>
              <a:buChar char="■"/>
              <a:defRPr/>
            </a:lvl9pPr>
          </a:lstStyle>
          <a:p>
            <a:endParaRPr/>
          </a:p>
        </p:txBody>
      </p:sp>
      <p:sp>
        <p:nvSpPr>
          <p:cNvPr id="170" name="Google Shape;170;p25"/>
          <p:cNvSpPr txBox="1">
            <a:spLocks noGrp="1"/>
          </p:cNvSpPr>
          <p:nvPr>
            <p:ph type="subTitle" idx="2"/>
          </p:nvPr>
        </p:nvSpPr>
        <p:spPr>
          <a:xfrm>
            <a:off x="230434" y="881700"/>
            <a:ext cx="6447000" cy="554100"/>
          </a:xfrm>
          <a:prstGeom prst="rect">
            <a:avLst/>
          </a:prstGeom>
        </p:spPr>
        <p:txBody>
          <a:bodyPr spcFirstLastPara="1" wrap="square" lIns="0" tIns="0" rIns="0" bIns="0" anchor="t" anchorCtr="0">
            <a:sp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Quotes - Alt 1">
  <p:cSld name="BLANK_1_1_1_1_2_1_1">
    <p:bg>
      <p:bgPr>
        <a:gradFill>
          <a:gsLst>
            <a:gs pos="0">
              <a:schemeClr val="accent4"/>
            </a:gs>
            <a:gs pos="100000">
              <a:schemeClr val="dk1"/>
            </a:gs>
          </a:gsLst>
          <a:path path="circle">
            <a:fillToRect l="50000" t="50000" r="50000" b="50000"/>
          </a:path>
          <a:tileRect/>
        </a:gradFill>
        <a:effectLst/>
      </p:bgPr>
    </p:bg>
    <p:spTree>
      <p:nvGrpSpPr>
        <p:cNvPr id="1" name="Shape 171"/>
        <p:cNvGrpSpPr/>
        <p:nvPr/>
      </p:nvGrpSpPr>
      <p:grpSpPr>
        <a:xfrm>
          <a:off x="0" y="0"/>
          <a:ext cx="0" cy="0"/>
          <a:chOff x="0" y="0"/>
          <a:chExt cx="0" cy="0"/>
        </a:xfrm>
      </p:grpSpPr>
      <p:sp>
        <p:nvSpPr>
          <p:cNvPr id="172" name="Google Shape;172;p26"/>
          <p:cNvSpPr>
            <a:spLocks noGrp="1"/>
          </p:cNvSpPr>
          <p:nvPr>
            <p:ph type="pic" idx="2"/>
          </p:nvPr>
        </p:nvSpPr>
        <p:spPr>
          <a:xfrm>
            <a:off x="468925" y="3643975"/>
            <a:ext cx="686400" cy="686400"/>
          </a:xfrm>
          <a:prstGeom prst="rect">
            <a:avLst/>
          </a:prstGeom>
          <a:noFill/>
          <a:ln>
            <a:noFill/>
          </a:ln>
        </p:spPr>
      </p:sp>
      <p:sp>
        <p:nvSpPr>
          <p:cNvPr id="173" name="Google Shape;173;p26"/>
          <p:cNvSpPr txBox="1">
            <a:spLocks noGrp="1"/>
          </p:cNvSpPr>
          <p:nvPr>
            <p:ph type="title"/>
          </p:nvPr>
        </p:nvSpPr>
        <p:spPr>
          <a:xfrm>
            <a:off x="212450" y="177900"/>
            <a:ext cx="5789400" cy="4065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000">
                <a:solidFill>
                  <a:schemeClr val="accent2"/>
                </a:solidFill>
              </a:defRPr>
            </a:lvl1pPr>
            <a:lvl2pPr lvl="1">
              <a:lnSpc>
                <a:spcPct val="115000"/>
              </a:lnSpc>
              <a:spcBef>
                <a:spcPts val="0"/>
              </a:spcBef>
              <a:spcAft>
                <a:spcPts val="0"/>
              </a:spcAft>
              <a:buNone/>
              <a:defRPr sz="3000">
                <a:solidFill>
                  <a:schemeClr val="accent2"/>
                </a:solidFill>
              </a:defRPr>
            </a:lvl2pPr>
            <a:lvl3pPr lvl="2">
              <a:lnSpc>
                <a:spcPct val="115000"/>
              </a:lnSpc>
              <a:spcBef>
                <a:spcPts val="0"/>
              </a:spcBef>
              <a:spcAft>
                <a:spcPts val="0"/>
              </a:spcAft>
              <a:buNone/>
              <a:defRPr sz="3000">
                <a:solidFill>
                  <a:schemeClr val="accent2"/>
                </a:solidFill>
              </a:defRPr>
            </a:lvl3pPr>
            <a:lvl4pPr lvl="3">
              <a:lnSpc>
                <a:spcPct val="115000"/>
              </a:lnSpc>
              <a:spcBef>
                <a:spcPts val="0"/>
              </a:spcBef>
              <a:spcAft>
                <a:spcPts val="0"/>
              </a:spcAft>
              <a:buNone/>
              <a:defRPr sz="3000">
                <a:solidFill>
                  <a:schemeClr val="accent2"/>
                </a:solidFill>
              </a:defRPr>
            </a:lvl4pPr>
            <a:lvl5pPr lvl="4">
              <a:lnSpc>
                <a:spcPct val="115000"/>
              </a:lnSpc>
              <a:spcBef>
                <a:spcPts val="0"/>
              </a:spcBef>
              <a:spcAft>
                <a:spcPts val="0"/>
              </a:spcAft>
              <a:buNone/>
              <a:defRPr sz="3000">
                <a:solidFill>
                  <a:schemeClr val="accent2"/>
                </a:solidFill>
              </a:defRPr>
            </a:lvl5pPr>
            <a:lvl6pPr lvl="5">
              <a:lnSpc>
                <a:spcPct val="115000"/>
              </a:lnSpc>
              <a:spcBef>
                <a:spcPts val="0"/>
              </a:spcBef>
              <a:spcAft>
                <a:spcPts val="0"/>
              </a:spcAft>
              <a:buNone/>
              <a:defRPr sz="3000">
                <a:solidFill>
                  <a:schemeClr val="accent2"/>
                </a:solidFill>
              </a:defRPr>
            </a:lvl6pPr>
            <a:lvl7pPr lvl="6">
              <a:lnSpc>
                <a:spcPct val="115000"/>
              </a:lnSpc>
              <a:spcBef>
                <a:spcPts val="0"/>
              </a:spcBef>
              <a:spcAft>
                <a:spcPts val="0"/>
              </a:spcAft>
              <a:buNone/>
              <a:defRPr sz="3000">
                <a:solidFill>
                  <a:schemeClr val="accent2"/>
                </a:solidFill>
              </a:defRPr>
            </a:lvl7pPr>
            <a:lvl8pPr lvl="7">
              <a:lnSpc>
                <a:spcPct val="115000"/>
              </a:lnSpc>
              <a:spcBef>
                <a:spcPts val="0"/>
              </a:spcBef>
              <a:spcAft>
                <a:spcPts val="0"/>
              </a:spcAft>
              <a:buNone/>
              <a:defRPr sz="3000">
                <a:solidFill>
                  <a:schemeClr val="accent2"/>
                </a:solidFill>
              </a:defRPr>
            </a:lvl8pPr>
            <a:lvl9pPr lvl="8">
              <a:lnSpc>
                <a:spcPct val="115000"/>
              </a:lnSpc>
              <a:spcBef>
                <a:spcPts val="0"/>
              </a:spcBef>
              <a:spcAft>
                <a:spcPts val="0"/>
              </a:spcAft>
              <a:buNone/>
              <a:defRPr sz="3000">
                <a:solidFill>
                  <a:schemeClr val="accent2"/>
                </a:solidFill>
              </a:defRPr>
            </a:lvl9pPr>
          </a:lstStyle>
          <a:p>
            <a:endParaRPr/>
          </a:p>
        </p:txBody>
      </p:sp>
      <p:sp>
        <p:nvSpPr>
          <p:cNvPr id="174" name="Google Shape;174;p26"/>
          <p:cNvSpPr txBox="1">
            <a:spLocks noGrp="1"/>
          </p:cNvSpPr>
          <p:nvPr>
            <p:ph type="body" idx="1"/>
          </p:nvPr>
        </p:nvSpPr>
        <p:spPr>
          <a:xfrm>
            <a:off x="228600" y="1343100"/>
            <a:ext cx="4390500" cy="1120800"/>
          </a:xfrm>
          <a:prstGeom prst="rect">
            <a:avLst/>
          </a:prstGeom>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Roboto"/>
              <a:buChar char="●"/>
              <a:defRPr/>
            </a:lvl1pPr>
            <a:lvl2pPr marL="914400" lvl="1" indent="-292100">
              <a:lnSpc>
                <a:spcPct val="115000"/>
              </a:lnSpc>
              <a:spcBef>
                <a:spcPts val="800"/>
              </a:spcBef>
              <a:spcAft>
                <a:spcPts val="0"/>
              </a:spcAft>
              <a:buClr>
                <a:schemeClr val="lt1"/>
              </a:buClr>
              <a:buSzPts val="1000"/>
              <a:buFont typeface="Roboto"/>
              <a:buChar char="○"/>
              <a:defRPr/>
            </a:lvl2pPr>
            <a:lvl3pPr marL="1371600" lvl="2" indent="-292100">
              <a:lnSpc>
                <a:spcPct val="115000"/>
              </a:lnSpc>
              <a:spcBef>
                <a:spcPts val="800"/>
              </a:spcBef>
              <a:spcAft>
                <a:spcPts val="0"/>
              </a:spcAft>
              <a:buClr>
                <a:schemeClr val="lt1"/>
              </a:buClr>
              <a:buSzPts val="1000"/>
              <a:buFont typeface="Roboto"/>
              <a:buChar char="■"/>
              <a:defRPr/>
            </a:lvl3pPr>
            <a:lvl4pPr marL="1828800" lvl="3" indent="-292100">
              <a:lnSpc>
                <a:spcPct val="115000"/>
              </a:lnSpc>
              <a:spcBef>
                <a:spcPts val="800"/>
              </a:spcBef>
              <a:spcAft>
                <a:spcPts val="0"/>
              </a:spcAft>
              <a:buClr>
                <a:schemeClr val="lt1"/>
              </a:buClr>
              <a:buSzPts val="1000"/>
              <a:buFont typeface="Roboto"/>
              <a:buChar char="●"/>
              <a:defRPr/>
            </a:lvl4pPr>
            <a:lvl5pPr marL="2286000" lvl="4" indent="-292100">
              <a:lnSpc>
                <a:spcPct val="115000"/>
              </a:lnSpc>
              <a:spcBef>
                <a:spcPts val="800"/>
              </a:spcBef>
              <a:spcAft>
                <a:spcPts val="0"/>
              </a:spcAft>
              <a:buClr>
                <a:schemeClr val="lt1"/>
              </a:buClr>
              <a:buSzPts val="1000"/>
              <a:buFont typeface="Roboto"/>
              <a:buChar char="○"/>
              <a:defRPr/>
            </a:lvl5pPr>
            <a:lvl6pPr marL="2743200" lvl="5" indent="-292100">
              <a:lnSpc>
                <a:spcPct val="115000"/>
              </a:lnSpc>
              <a:spcBef>
                <a:spcPts val="800"/>
              </a:spcBef>
              <a:spcAft>
                <a:spcPts val="0"/>
              </a:spcAft>
              <a:buClr>
                <a:schemeClr val="lt1"/>
              </a:buClr>
              <a:buSzPts val="1000"/>
              <a:buFont typeface="Roboto"/>
              <a:buChar char="■"/>
              <a:defRPr/>
            </a:lvl6pPr>
            <a:lvl7pPr marL="3200400" lvl="6" indent="-292100">
              <a:lnSpc>
                <a:spcPct val="115000"/>
              </a:lnSpc>
              <a:spcBef>
                <a:spcPts val="800"/>
              </a:spcBef>
              <a:spcAft>
                <a:spcPts val="0"/>
              </a:spcAft>
              <a:buClr>
                <a:schemeClr val="lt1"/>
              </a:buClr>
              <a:buSzPts val="1000"/>
              <a:buFont typeface="Roboto"/>
              <a:buChar char="●"/>
              <a:defRPr/>
            </a:lvl7pPr>
            <a:lvl8pPr marL="3657600" lvl="7" indent="-292100">
              <a:lnSpc>
                <a:spcPct val="115000"/>
              </a:lnSpc>
              <a:spcBef>
                <a:spcPts val="800"/>
              </a:spcBef>
              <a:spcAft>
                <a:spcPts val="0"/>
              </a:spcAft>
              <a:buClr>
                <a:schemeClr val="lt1"/>
              </a:buClr>
              <a:buSzPts val="1000"/>
              <a:buFont typeface="Roboto"/>
              <a:buChar char="○"/>
              <a:defRPr/>
            </a:lvl8pPr>
            <a:lvl9pPr marL="4114800" lvl="8" indent="-292100">
              <a:lnSpc>
                <a:spcPct val="115000"/>
              </a:lnSpc>
              <a:spcBef>
                <a:spcPts val="800"/>
              </a:spcBef>
              <a:spcAft>
                <a:spcPts val="800"/>
              </a:spcAft>
              <a:buClr>
                <a:schemeClr val="lt1"/>
              </a:buClr>
              <a:buSzPts val="1000"/>
              <a:buFont typeface="Roboto"/>
              <a:buChar char="■"/>
              <a:defRPr/>
            </a:lvl9pPr>
          </a:lstStyle>
          <a:p>
            <a:endParaRPr/>
          </a:p>
        </p:txBody>
      </p:sp>
      <p:sp>
        <p:nvSpPr>
          <p:cNvPr id="175" name="Google Shape;175;p26"/>
          <p:cNvSpPr txBox="1">
            <a:spLocks noGrp="1"/>
          </p:cNvSpPr>
          <p:nvPr>
            <p:ph type="subTitle" idx="3"/>
          </p:nvPr>
        </p:nvSpPr>
        <p:spPr>
          <a:xfrm>
            <a:off x="228600" y="881700"/>
            <a:ext cx="8686800" cy="554100"/>
          </a:xfrm>
          <a:prstGeom prst="rect">
            <a:avLst/>
          </a:prstGeom>
        </p:spPr>
        <p:txBody>
          <a:bodyPr spcFirstLastPara="1" wrap="square" lIns="0" tIns="0" rIns="0" bIns="0" anchor="t" anchorCtr="0">
            <a:sp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a:endParaRPr/>
          </a:p>
        </p:txBody>
      </p:sp>
      <p:sp>
        <p:nvSpPr>
          <p:cNvPr id="176" name="Google Shape;176;p26"/>
          <p:cNvSpPr txBox="1">
            <a:spLocks noGrp="1"/>
          </p:cNvSpPr>
          <p:nvPr>
            <p:ph type="subTitle" idx="4"/>
          </p:nvPr>
        </p:nvSpPr>
        <p:spPr>
          <a:xfrm>
            <a:off x="1326075" y="3653375"/>
            <a:ext cx="2902200" cy="619800"/>
          </a:xfrm>
          <a:prstGeom prst="rect">
            <a:avLst/>
          </a:prstGeom>
        </p:spPr>
        <p:txBody>
          <a:bodyPr spcFirstLastPara="1" wrap="square" lIns="0" tIns="0" rIns="0" bIns="0" anchor="t" anchorCtr="0">
            <a:sp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a:endParaRPr/>
          </a:p>
        </p:txBody>
      </p:sp>
      <p:sp>
        <p:nvSpPr>
          <p:cNvPr id="177" name="Google Shape;177;p26"/>
          <p:cNvSpPr txBox="1">
            <a:spLocks noGrp="1"/>
          </p:cNvSpPr>
          <p:nvPr>
            <p:ph type="subTitle" idx="5"/>
          </p:nvPr>
        </p:nvSpPr>
        <p:spPr>
          <a:xfrm>
            <a:off x="1334825" y="4491500"/>
            <a:ext cx="2902200" cy="209700"/>
          </a:xfrm>
          <a:prstGeom prst="rect">
            <a:avLst/>
          </a:prstGeom>
        </p:spPr>
        <p:txBody>
          <a:bodyPr spcFirstLastPara="1" wrap="square" lIns="0" tIns="0" rIns="0" bIns="0" anchor="t" anchorCtr="0">
            <a:sp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a:endParaRPr/>
          </a:p>
        </p:txBody>
      </p:sp>
      <p:sp>
        <p:nvSpPr>
          <p:cNvPr id="178" name="Google Shape;178;p26"/>
          <p:cNvSpPr>
            <a:spLocks noGrp="1"/>
          </p:cNvSpPr>
          <p:nvPr>
            <p:ph type="pic" idx="6"/>
          </p:nvPr>
        </p:nvSpPr>
        <p:spPr>
          <a:xfrm>
            <a:off x="4909975" y="3643975"/>
            <a:ext cx="686400" cy="686400"/>
          </a:xfrm>
          <a:prstGeom prst="rect">
            <a:avLst/>
          </a:prstGeom>
          <a:noFill/>
          <a:ln>
            <a:noFill/>
          </a:ln>
        </p:spPr>
      </p:sp>
      <p:sp>
        <p:nvSpPr>
          <p:cNvPr id="179" name="Google Shape;179;p26"/>
          <p:cNvSpPr txBox="1">
            <a:spLocks noGrp="1"/>
          </p:cNvSpPr>
          <p:nvPr>
            <p:ph type="subTitle" idx="7"/>
          </p:nvPr>
        </p:nvSpPr>
        <p:spPr>
          <a:xfrm>
            <a:off x="5764775" y="3653375"/>
            <a:ext cx="2902200" cy="619800"/>
          </a:xfrm>
          <a:prstGeom prst="rect">
            <a:avLst/>
          </a:prstGeom>
        </p:spPr>
        <p:txBody>
          <a:bodyPr spcFirstLastPara="1" wrap="square" lIns="0" tIns="0" rIns="0" bIns="0" anchor="t" anchorCtr="0">
            <a:sp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a:endParaRPr/>
          </a:p>
        </p:txBody>
      </p:sp>
      <p:sp>
        <p:nvSpPr>
          <p:cNvPr id="180" name="Google Shape;180;p26"/>
          <p:cNvSpPr txBox="1">
            <a:spLocks noGrp="1"/>
          </p:cNvSpPr>
          <p:nvPr>
            <p:ph type="subTitle" idx="8"/>
          </p:nvPr>
        </p:nvSpPr>
        <p:spPr>
          <a:xfrm>
            <a:off x="5773525" y="4491500"/>
            <a:ext cx="2902200" cy="209700"/>
          </a:xfrm>
          <a:prstGeom prst="rect">
            <a:avLst/>
          </a:prstGeom>
        </p:spPr>
        <p:txBody>
          <a:bodyPr spcFirstLastPara="1" wrap="square" lIns="0" tIns="0" rIns="0" bIns="0" anchor="t" anchorCtr="0">
            <a:sp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Main point">
  <p:cSld name="BLANK_1_1_1_1_1_1">
    <p:bg>
      <p:bgPr>
        <a:gradFill>
          <a:gsLst>
            <a:gs pos="0">
              <a:schemeClr val="accent4"/>
            </a:gs>
            <a:gs pos="100000">
              <a:schemeClr val="dk1"/>
            </a:gs>
          </a:gsLst>
          <a:lin ang="16200038" scaled="0"/>
        </a:gradFill>
        <a:effectLst/>
      </p:bgPr>
    </p:bg>
    <p:spTree>
      <p:nvGrpSpPr>
        <p:cNvPr id="1" name="Shape 181"/>
        <p:cNvGrpSpPr/>
        <p:nvPr/>
      </p:nvGrpSpPr>
      <p:grpSpPr>
        <a:xfrm>
          <a:off x="0" y="0"/>
          <a:ext cx="0" cy="0"/>
          <a:chOff x="0" y="0"/>
          <a:chExt cx="0" cy="0"/>
        </a:xfrm>
      </p:grpSpPr>
      <p:sp>
        <p:nvSpPr>
          <p:cNvPr id="182" name="Google Shape;182;p27"/>
          <p:cNvSpPr/>
          <p:nvPr/>
        </p:nvSpPr>
        <p:spPr>
          <a:xfrm rot="10800000">
            <a:off x="-533850" y="726875"/>
            <a:ext cx="5915100" cy="5915100"/>
          </a:xfrm>
          <a:prstGeom prst="ellipse">
            <a:avLst/>
          </a:prstGeom>
          <a:gradFill>
            <a:gsLst>
              <a:gs pos="0">
                <a:schemeClr val="accent4"/>
              </a:gs>
              <a:gs pos="100000">
                <a:schemeClr val="dk1"/>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183" name="Google Shape;183;p27"/>
          <p:cNvSpPr/>
          <p:nvPr/>
        </p:nvSpPr>
        <p:spPr>
          <a:xfrm>
            <a:off x="3370825" y="-960900"/>
            <a:ext cx="2762400" cy="2762400"/>
          </a:xfrm>
          <a:prstGeom prst="ellipse">
            <a:avLst/>
          </a:prstGeom>
          <a:gradFill>
            <a:gsLst>
              <a:gs pos="0">
                <a:schemeClr val="accent4"/>
              </a:gs>
              <a:gs pos="100000">
                <a:schemeClr val="dk1"/>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184" name="Google Shape;184;p27"/>
          <p:cNvSpPr/>
          <p:nvPr/>
        </p:nvSpPr>
        <p:spPr>
          <a:xfrm>
            <a:off x="7959600" y="2651706"/>
            <a:ext cx="1184400" cy="1184400"/>
          </a:xfrm>
          <a:prstGeom prst="ellipse">
            <a:avLst/>
          </a:prstGeom>
          <a:gradFill>
            <a:gsLst>
              <a:gs pos="0">
                <a:schemeClr val="accent4"/>
              </a:gs>
              <a:gs pos="100000">
                <a:schemeClr val="dk1"/>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185" name="Google Shape;185;p27"/>
          <p:cNvSpPr/>
          <p:nvPr/>
        </p:nvSpPr>
        <p:spPr>
          <a:xfrm rot="5400000">
            <a:off x="8226006" y="4222931"/>
            <a:ext cx="24300" cy="1354500"/>
          </a:xfrm>
          <a:prstGeom prst="rect">
            <a:avLst/>
          </a:pr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186" name="Google Shape;186;p27"/>
          <p:cNvSpPr/>
          <p:nvPr/>
        </p:nvSpPr>
        <p:spPr>
          <a:xfrm rot="-5400000" flipH="1">
            <a:off x="5305483" y="4527881"/>
            <a:ext cx="24300" cy="744600"/>
          </a:xfrm>
          <a:prstGeom prst="rect">
            <a:avLst/>
          </a:pr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187" name="Google Shape;187;p27"/>
          <p:cNvSpPr/>
          <p:nvPr/>
        </p:nvSpPr>
        <p:spPr>
          <a:xfrm rot="5400000">
            <a:off x="6836506" y="4888031"/>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188" name="Google Shape;188;p27"/>
          <p:cNvSpPr/>
          <p:nvPr/>
        </p:nvSpPr>
        <p:spPr>
          <a:xfrm rot="5400000">
            <a:off x="4231694" y="4888031"/>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189" name="Google Shape;189;p27"/>
          <p:cNvSpPr/>
          <p:nvPr/>
        </p:nvSpPr>
        <p:spPr>
          <a:xfrm rot="5400000">
            <a:off x="6618644" y="4888031"/>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190" name="Google Shape;190;p27"/>
          <p:cNvSpPr/>
          <p:nvPr/>
        </p:nvSpPr>
        <p:spPr>
          <a:xfrm rot="5400000">
            <a:off x="3164781" y="4222931"/>
            <a:ext cx="24300" cy="1354500"/>
          </a:xfrm>
          <a:prstGeom prst="rect">
            <a:avLst/>
          </a:pr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191" name="Google Shape;191;p27"/>
          <p:cNvSpPr/>
          <p:nvPr/>
        </p:nvSpPr>
        <p:spPr>
          <a:xfrm rot="-5400000" flipH="1">
            <a:off x="531076" y="4586075"/>
            <a:ext cx="24300" cy="628200"/>
          </a:xfrm>
          <a:prstGeom prst="rect">
            <a:avLst/>
          </a:pr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192" name="Google Shape;192;p27"/>
          <p:cNvSpPr/>
          <p:nvPr/>
        </p:nvSpPr>
        <p:spPr>
          <a:xfrm rot="5400000">
            <a:off x="6400806" y="4888031"/>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193" name="Google Shape;193;p27"/>
          <p:cNvSpPr/>
          <p:nvPr/>
        </p:nvSpPr>
        <p:spPr>
          <a:xfrm rot="5400000">
            <a:off x="1557419" y="4888031"/>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194" name="Google Shape;194;p27"/>
          <p:cNvSpPr txBox="1">
            <a:spLocks noGrp="1"/>
          </p:cNvSpPr>
          <p:nvPr>
            <p:ph type="title"/>
          </p:nvPr>
        </p:nvSpPr>
        <p:spPr>
          <a:xfrm>
            <a:off x="977700" y="1410450"/>
            <a:ext cx="7188600" cy="2322600"/>
          </a:xfrm>
          <a:prstGeom prst="rect">
            <a:avLst/>
          </a:prstGeom>
        </p:spPr>
        <p:txBody>
          <a:bodyPr spcFirstLastPara="1" wrap="square" lIns="0" tIns="0" rIns="0" bIns="0" anchor="ctr" anchorCtr="0">
            <a:noAutofit/>
          </a:bodyPr>
          <a:lstStyle>
            <a:lvl1pPr lvl="0" algn="ctr">
              <a:spcBef>
                <a:spcPts val="0"/>
              </a:spcBef>
              <a:spcAft>
                <a:spcPts val="0"/>
              </a:spcAft>
              <a:buNone/>
              <a:defRPr>
                <a:latin typeface="Space Grotesk Light"/>
                <a:ea typeface="Space Grotesk Light"/>
                <a:cs typeface="Space Grotesk Light"/>
                <a:sym typeface="Space Grotesk Light"/>
              </a:defRPr>
            </a:lvl1pPr>
            <a:lvl2pPr lvl="1" algn="ctr">
              <a:spcBef>
                <a:spcPts val="0"/>
              </a:spcBef>
              <a:spcAft>
                <a:spcPts val="0"/>
              </a:spcAft>
              <a:buNone/>
              <a:defRPr>
                <a:latin typeface="Space Grotesk Light"/>
                <a:ea typeface="Space Grotesk Light"/>
                <a:cs typeface="Space Grotesk Light"/>
                <a:sym typeface="Space Grotesk Light"/>
              </a:defRPr>
            </a:lvl2pPr>
            <a:lvl3pPr lvl="2" algn="ctr">
              <a:spcBef>
                <a:spcPts val="0"/>
              </a:spcBef>
              <a:spcAft>
                <a:spcPts val="0"/>
              </a:spcAft>
              <a:buNone/>
              <a:defRPr>
                <a:latin typeface="Space Grotesk Light"/>
                <a:ea typeface="Space Grotesk Light"/>
                <a:cs typeface="Space Grotesk Light"/>
                <a:sym typeface="Space Grotesk Light"/>
              </a:defRPr>
            </a:lvl3pPr>
            <a:lvl4pPr lvl="3" algn="ctr">
              <a:spcBef>
                <a:spcPts val="0"/>
              </a:spcBef>
              <a:spcAft>
                <a:spcPts val="0"/>
              </a:spcAft>
              <a:buNone/>
              <a:defRPr>
                <a:latin typeface="Space Grotesk Light"/>
                <a:ea typeface="Space Grotesk Light"/>
                <a:cs typeface="Space Grotesk Light"/>
                <a:sym typeface="Space Grotesk Light"/>
              </a:defRPr>
            </a:lvl4pPr>
            <a:lvl5pPr lvl="4" algn="ctr">
              <a:spcBef>
                <a:spcPts val="0"/>
              </a:spcBef>
              <a:spcAft>
                <a:spcPts val="0"/>
              </a:spcAft>
              <a:buNone/>
              <a:defRPr>
                <a:latin typeface="Space Grotesk Light"/>
                <a:ea typeface="Space Grotesk Light"/>
                <a:cs typeface="Space Grotesk Light"/>
                <a:sym typeface="Space Grotesk Light"/>
              </a:defRPr>
            </a:lvl5pPr>
            <a:lvl6pPr lvl="5" algn="ctr">
              <a:spcBef>
                <a:spcPts val="0"/>
              </a:spcBef>
              <a:spcAft>
                <a:spcPts val="0"/>
              </a:spcAft>
              <a:buNone/>
              <a:defRPr>
                <a:latin typeface="Space Grotesk Light"/>
                <a:ea typeface="Space Grotesk Light"/>
                <a:cs typeface="Space Grotesk Light"/>
                <a:sym typeface="Space Grotesk Light"/>
              </a:defRPr>
            </a:lvl6pPr>
            <a:lvl7pPr lvl="6" algn="ctr">
              <a:spcBef>
                <a:spcPts val="0"/>
              </a:spcBef>
              <a:spcAft>
                <a:spcPts val="0"/>
              </a:spcAft>
              <a:buNone/>
              <a:defRPr>
                <a:latin typeface="Space Grotesk Light"/>
                <a:ea typeface="Space Grotesk Light"/>
                <a:cs typeface="Space Grotesk Light"/>
                <a:sym typeface="Space Grotesk Light"/>
              </a:defRPr>
            </a:lvl7pPr>
            <a:lvl8pPr lvl="7" algn="ctr">
              <a:spcBef>
                <a:spcPts val="0"/>
              </a:spcBef>
              <a:spcAft>
                <a:spcPts val="0"/>
              </a:spcAft>
              <a:buNone/>
              <a:defRPr>
                <a:latin typeface="Space Grotesk Light"/>
                <a:ea typeface="Space Grotesk Light"/>
                <a:cs typeface="Space Grotesk Light"/>
                <a:sym typeface="Space Grotesk Light"/>
              </a:defRPr>
            </a:lvl8pPr>
            <a:lvl9pPr lvl="8" algn="ctr">
              <a:spcBef>
                <a:spcPts val="0"/>
              </a:spcBef>
              <a:spcAft>
                <a:spcPts val="0"/>
              </a:spcAft>
              <a:buNone/>
              <a:defRPr>
                <a:latin typeface="Space Grotesk Light"/>
                <a:ea typeface="Space Grotesk Light"/>
                <a:cs typeface="Space Grotesk Light"/>
                <a:sym typeface="Space Grotesk Light"/>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title and description - alt">
  <p:cSld name="BLANK_1_1_1_1_1_1_1">
    <p:spTree>
      <p:nvGrpSpPr>
        <p:cNvPr id="1" name="Shape 195"/>
        <p:cNvGrpSpPr/>
        <p:nvPr/>
      </p:nvGrpSpPr>
      <p:grpSpPr>
        <a:xfrm>
          <a:off x="0" y="0"/>
          <a:ext cx="0" cy="0"/>
          <a:chOff x="0" y="0"/>
          <a:chExt cx="0" cy="0"/>
        </a:xfrm>
      </p:grpSpPr>
      <p:sp>
        <p:nvSpPr>
          <p:cNvPr id="196" name="Google Shape;196;p28"/>
          <p:cNvSpPr/>
          <p:nvPr/>
        </p:nvSpPr>
        <p:spPr>
          <a:xfrm rot="-8920466">
            <a:off x="2599338" y="503023"/>
            <a:ext cx="5915173" cy="5915173"/>
          </a:xfrm>
          <a:prstGeom prst="ellipse">
            <a:avLst/>
          </a:prstGeom>
          <a:gradFill>
            <a:gsLst>
              <a:gs pos="0">
                <a:schemeClr val="accent4"/>
              </a:gs>
              <a:gs pos="100000">
                <a:schemeClr val="dk1"/>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oboto"/>
              <a:ea typeface="Roboto"/>
              <a:cs typeface="Roboto"/>
              <a:sym typeface="Roboto"/>
            </a:endParaRPr>
          </a:p>
        </p:txBody>
      </p:sp>
      <p:sp>
        <p:nvSpPr>
          <p:cNvPr id="197" name="Google Shape;197;p28"/>
          <p:cNvSpPr txBox="1">
            <a:spLocks noGrp="1"/>
          </p:cNvSpPr>
          <p:nvPr>
            <p:ph type="subTitle" idx="1"/>
          </p:nvPr>
        </p:nvSpPr>
        <p:spPr>
          <a:xfrm>
            <a:off x="3237075" y="4074650"/>
            <a:ext cx="2669700" cy="369300"/>
          </a:xfrm>
          <a:prstGeom prst="rect">
            <a:avLst/>
          </a:prstGeom>
        </p:spPr>
        <p:txBody>
          <a:bodyPr spcFirstLastPara="1" wrap="square" lIns="0" tIns="0" rIns="0" bIns="0" anchor="ctr" anchorCtr="0">
            <a:noAutofit/>
          </a:bodyPr>
          <a:lstStyle>
            <a:lvl1pPr lvl="0"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1pPr>
            <a:lvl2pPr lvl="1"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2pPr>
            <a:lvl3pPr lvl="2"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3pPr>
            <a:lvl4pPr lvl="3"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4pPr>
            <a:lvl5pPr lvl="4"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5pPr>
            <a:lvl6pPr lvl="5"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6pPr>
            <a:lvl7pPr lvl="6"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7pPr>
            <a:lvl8pPr lvl="7"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8pPr>
            <a:lvl9pPr lvl="8"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9pPr>
          </a:lstStyle>
          <a:p>
            <a:endParaRPr/>
          </a:p>
        </p:txBody>
      </p:sp>
      <p:sp>
        <p:nvSpPr>
          <p:cNvPr id="198" name="Google Shape;198;p28"/>
          <p:cNvSpPr/>
          <p:nvPr/>
        </p:nvSpPr>
        <p:spPr>
          <a:xfrm rot="-8920806">
            <a:off x="581601" y="399117"/>
            <a:ext cx="1887207" cy="1887207"/>
          </a:xfrm>
          <a:prstGeom prst="ellipse">
            <a:avLst/>
          </a:prstGeom>
          <a:gradFill>
            <a:gsLst>
              <a:gs pos="0">
                <a:schemeClr val="accent4"/>
              </a:gs>
              <a:gs pos="100000">
                <a:schemeClr val="dk1"/>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Roboto"/>
              <a:ea typeface="Roboto"/>
              <a:cs typeface="Roboto"/>
              <a:sym typeface="Roboto"/>
            </a:endParaRPr>
          </a:p>
        </p:txBody>
      </p:sp>
      <p:sp>
        <p:nvSpPr>
          <p:cNvPr id="199" name="Google Shape;199;p28"/>
          <p:cNvSpPr txBox="1">
            <a:spLocks noGrp="1"/>
          </p:cNvSpPr>
          <p:nvPr>
            <p:ph type="title"/>
          </p:nvPr>
        </p:nvSpPr>
        <p:spPr>
          <a:xfrm>
            <a:off x="1174800" y="1562850"/>
            <a:ext cx="6794400" cy="2322600"/>
          </a:xfrm>
          <a:prstGeom prst="rect">
            <a:avLst/>
          </a:prstGeom>
        </p:spPr>
        <p:txBody>
          <a:bodyPr spcFirstLastPara="1" wrap="square" lIns="0" tIns="0" rIns="0" bIns="0" anchor="ctr" anchorCtr="0">
            <a:noAutofit/>
          </a:bodyPr>
          <a:lstStyle>
            <a:lvl1pPr lvl="0" algn="ctr">
              <a:spcBef>
                <a:spcPts val="0"/>
              </a:spcBef>
              <a:spcAft>
                <a:spcPts val="0"/>
              </a:spcAft>
              <a:buNone/>
              <a:defRPr sz="3400">
                <a:latin typeface="Space Grotesk Light"/>
                <a:ea typeface="Space Grotesk Light"/>
                <a:cs typeface="Space Grotesk Light"/>
                <a:sym typeface="Space Grotesk Light"/>
              </a:defRPr>
            </a:lvl1pPr>
            <a:lvl2pPr lvl="1" algn="ctr">
              <a:spcBef>
                <a:spcPts val="0"/>
              </a:spcBef>
              <a:spcAft>
                <a:spcPts val="0"/>
              </a:spcAft>
              <a:buNone/>
              <a:defRPr sz="3400">
                <a:latin typeface="Space Grotesk Light"/>
                <a:ea typeface="Space Grotesk Light"/>
                <a:cs typeface="Space Grotesk Light"/>
                <a:sym typeface="Space Grotesk Light"/>
              </a:defRPr>
            </a:lvl2pPr>
            <a:lvl3pPr lvl="2" algn="ctr">
              <a:spcBef>
                <a:spcPts val="0"/>
              </a:spcBef>
              <a:spcAft>
                <a:spcPts val="0"/>
              </a:spcAft>
              <a:buNone/>
              <a:defRPr sz="3400">
                <a:latin typeface="Space Grotesk Light"/>
                <a:ea typeface="Space Grotesk Light"/>
                <a:cs typeface="Space Grotesk Light"/>
                <a:sym typeface="Space Grotesk Light"/>
              </a:defRPr>
            </a:lvl3pPr>
            <a:lvl4pPr lvl="3" algn="ctr">
              <a:spcBef>
                <a:spcPts val="0"/>
              </a:spcBef>
              <a:spcAft>
                <a:spcPts val="0"/>
              </a:spcAft>
              <a:buNone/>
              <a:defRPr sz="3400">
                <a:latin typeface="Space Grotesk Light"/>
                <a:ea typeface="Space Grotesk Light"/>
                <a:cs typeface="Space Grotesk Light"/>
                <a:sym typeface="Space Grotesk Light"/>
              </a:defRPr>
            </a:lvl4pPr>
            <a:lvl5pPr lvl="4" algn="ctr">
              <a:spcBef>
                <a:spcPts val="0"/>
              </a:spcBef>
              <a:spcAft>
                <a:spcPts val="0"/>
              </a:spcAft>
              <a:buNone/>
              <a:defRPr sz="3400">
                <a:latin typeface="Space Grotesk Light"/>
                <a:ea typeface="Space Grotesk Light"/>
                <a:cs typeface="Space Grotesk Light"/>
                <a:sym typeface="Space Grotesk Light"/>
              </a:defRPr>
            </a:lvl5pPr>
            <a:lvl6pPr lvl="5" algn="ctr">
              <a:spcBef>
                <a:spcPts val="0"/>
              </a:spcBef>
              <a:spcAft>
                <a:spcPts val="0"/>
              </a:spcAft>
              <a:buNone/>
              <a:defRPr sz="3400">
                <a:latin typeface="Space Grotesk Light"/>
                <a:ea typeface="Space Grotesk Light"/>
                <a:cs typeface="Space Grotesk Light"/>
                <a:sym typeface="Space Grotesk Light"/>
              </a:defRPr>
            </a:lvl6pPr>
            <a:lvl7pPr lvl="6" algn="ctr">
              <a:spcBef>
                <a:spcPts val="0"/>
              </a:spcBef>
              <a:spcAft>
                <a:spcPts val="0"/>
              </a:spcAft>
              <a:buNone/>
              <a:defRPr sz="3400">
                <a:latin typeface="Space Grotesk Light"/>
                <a:ea typeface="Space Grotesk Light"/>
                <a:cs typeface="Space Grotesk Light"/>
                <a:sym typeface="Space Grotesk Light"/>
              </a:defRPr>
            </a:lvl7pPr>
            <a:lvl8pPr lvl="7" algn="ctr">
              <a:spcBef>
                <a:spcPts val="0"/>
              </a:spcBef>
              <a:spcAft>
                <a:spcPts val="0"/>
              </a:spcAft>
              <a:buNone/>
              <a:defRPr sz="3400">
                <a:latin typeface="Space Grotesk Light"/>
                <a:ea typeface="Space Grotesk Light"/>
                <a:cs typeface="Space Grotesk Light"/>
                <a:sym typeface="Space Grotesk Light"/>
              </a:defRPr>
            </a:lvl8pPr>
            <a:lvl9pPr lvl="8" algn="ctr">
              <a:spcBef>
                <a:spcPts val="0"/>
              </a:spcBef>
              <a:spcAft>
                <a:spcPts val="0"/>
              </a:spcAft>
              <a:buNone/>
              <a:defRPr sz="3400">
                <a:latin typeface="Space Grotesk Light"/>
                <a:ea typeface="Space Grotesk Light"/>
                <a:cs typeface="Space Grotesk Light"/>
                <a:sym typeface="Space Grotesk Light"/>
              </a:defRPr>
            </a:lvl9pPr>
          </a:lstStyle>
          <a:p>
            <a:endParaRPr/>
          </a:p>
        </p:txBody>
      </p:sp>
      <p:sp>
        <p:nvSpPr>
          <p:cNvPr id="200" name="Google Shape;200;p28"/>
          <p:cNvSpPr/>
          <p:nvPr/>
        </p:nvSpPr>
        <p:spPr>
          <a:xfrm>
            <a:off x="8891100" y="228600"/>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01" name="Google Shape;201;p28"/>
          <p:cNvSpPr/>
          <p:nvPr/>
        </p:nvSpPr>
        <p:spPr>
          <a:xfrm>
            <a:off x="8891100" y="446463"/>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02" name="Google Shape;202;p28"/>
          <p:cNvSpPr/>
          <p:nvPr/>
        </p:nvSpPr>
        <p:spPr>
          <a:xfrm rot="5400000">
            <a:off x="8673244" y="228631"/>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03" name="Google Shape;203;p28"/>
          <p:cNvSpPr/>
          <p:nvPr/>
        </p:nvSpPr>
        <p:spPr>
          <a:xfrm rot="-5400000">
            <a:off x="228591" y="228603"/>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04" name="Google Shape;204;p28"/>
          <p:cNvSpPr/>
          <p:nvPr/>
        </p:nvSpPr>
        <p:spPr>
          <a:xfrm rot="-5400000">
            <a:off x="446453" y="228603"/>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05" name="Google Shape;205;p28"/>
          <p:cNvSpPr/>
          <p:nvPr/>
        </p:nvSpPr>
        <p:spPr>
          <a:xfrm>
            <a:off x="228622" y="446459"/>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06" name="Google Shape;206;p28"/>
          <p:cNvSpPr/>
          <p:nvPr/>
        </p:nvSpPr>
        <p:spPr>
          <a:xfrm rot="10800000">
            <a:off x="228591" y="4888025"/>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07" name="Google Shape;207;p28"/>
          <p:cNvSpPr/>
          <p:nvPr/>
        </p:nvSpPr>
        <p:spPr>
          <a:xfrm rot="10800000">
            <a:off x="228591" y="4670163"/>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08" name="Google Shape;208;p28"/>
          <p:cNvSpPr/>
          <p:nvPr/>
        </p:nvSpPr>
        <p:spPr>
          <a:xfrm rot="-5400000">
            <a:off x="446447" y="4887994"/>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09" name="Google Shape;209;p28"/>
          <p:cNvSpPr/>
          <p:nvPr/>
        </p:nvSpPr>
        <p:spPr>
          <a:xfrm rot="5400000">
            <a:off x="8891100" y="4888022"/>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10" name="Google Shape;210;p28"/>
          <p:cNvSpPr/>
          <p:nvPr/>
        </p:nvSpPr>
        <p:spPr>
          <a:xfrm rot="5400000">
            <a:off x="8673238" y="4888022"/>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11" name="Google Shape;211;p28"/>
          <p:cNvSpPr/>
          <p:nvPr/>
        </p:nvSpPr>
        <p:spPr>
          <a:xfrm rot="10800000">
            <a:off x="8891069" y="4670166"/>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12" name="Google Shape;212;p28"/>
          <p:cNvSpPr txBox="1">
            <a:spLocks noGrp="1"/>
          </p:cNvSpPr>
          <p:nvPr>
            <p:ph type="subTitle" idx="2"/>
          </p:nvPr>
        </p:nvSpPr>
        <p:spPr>
          <a:xfrm>
            <a:off x="3237075" y="4300975"/>
            <a:ext cx="2669700" cy="369300"/>
          </a:xfrm>
          <a:prstGeom prst="rect">
            <a:avLst/>
          </a:prstGeom>
        </p:spPr>
        <p:txBody>
          <a:bodyPr spcFirstLastPara="1" wrap="square" lIns="0" tIns="0" rIns="0" bIns="0" anchor="ctr" anchorCtr="0">
            <a:noAutofit/>
          </a:bodyPr>
          <a:lstStyle>
            <a:lvl1pPr lvl="0" algn="ctr">
              <a:spcBef>
                <a:spcPts val="0"/>
              </a:spcBef>
              <a:spcAft>
                <a:spcPts val="0"/>
              </a:spcAft>
              <a:buClr>
                <a:schemeClr val="lt1"/>
              </a:buClr>
              <a:buSzPts val="1000"/>
              <a:buFont typeface="Roboto"/>
              <a:buNone/>
              <a:defRPr sz="1000">
                <a:latin typeface="Roboto"/>
                <a:ea typeface="Roboto"/>
                <a:cs typeface="Roboto"/>
                <a:sym typeface="Roboto"/>
              </a:defRPr>
            </a:lvl1pPr>
            <a:lvl2pPr lvl="1" algn="ctr">
              <a:spcBef>
                <a:spcPts val="0"/>
              </a:spcBef>
              <a:spcAft>
                <a:spcPts val="0"/>
              </a:spcAft>
              <a:buClr>
                <a:schemeClr val="lt1"/>
              </a:buClr>
              <a:buSzPts val="1000"/>
              <a:buFont typeface="Roboto"/>
              <a:buNone/>
              <a:defRPr sz="1000">
                <a:latin typeface="Roboto"/>
                <a:ea typeface="Roboto"/>
                <a:cs typeface="Roboto"/>
                <a:sym typeface="Roboto"/>
              </a:defRPr>
            </a:lvl2pPr>
            <a:lvl3pPr lvl="2" algn="ctr">
              <a:spcBef>
                <a:spcPts val="0"/>
              </a:spcBef>
              <a:spcAft>
                <a:spcPts val="0"/>
              </a:spcAft>
              <a:buClr>
                <a:schemeClr val="lt1"/>
              </a:buClr>
              <a:buSzPts val="1000"/>
              <a:buFont typeface="Roboto"/>
              <a:buNone/>
              <a:defRPr sz="1000">
                <a:latin typeface="Roboto"/>
                <a:ea typeface="Roboto"/>
                <a:cs typeface="Roboto"/>
                <a:sym typeface="Roboto"/>
              </a:defRPr>
            </a:lvl3pPr>
            <a:lvl4pPr lvl="3" algn="ctr">
              <a:spcBef>
                <a:spcPts val="0"/>
              </a:spcBef>
              <a:spcAft>
                <a:spcPts val="0"/>
              </a:spcAft>
              <a:buClr>
                <a:schemeClr val="lt1"/>
              </a:buClr>
              <a:buSzPts val="1000"/>
              <a:buFont typeface="Roboto"/>
              <a:buNone/>
              <a:defRPr sz="1000">
                <a:latin typeface="Roboto"/>
                <a:ea typeface="Roboto"/>
                <a:cs typeface="Roboto"/>
                <a:sym typeface="Roboto"/>
              </a:defRPr>
            </a:lvl4pPr>
            <a:lvl5pPr lvl="4" algn="ctr">
              <a:spcBef>
                <a:spcPts val="0"/>
              </a:spcBef>
              <a:spcAft>
                <a:spcPts val="0"/>
              </a:spcAft>
              <a:buClr>
                <a:schemeClr val="lt1"/>
              </a:buClr>
              <a:buSzPts val="1000"/>
              <a:buFont typeface="Roboto"/>
              <a:buNone/>
              <a:defRPr sz="1000">
                <a:latin typeface="Roboto"/>
                <a:ea typeface="Roboto"/>
                <a:cs typeface="Roboto"/>
                <a:sym typeface="Roboto"/>
              </a:defRPr>
            </a:lvl5pPr>
            <a:lvl6pPr lvl="5" algn="ctr">
              <a:spcBef>
                <a:spcPts val="0"/>
              </a:spcBef>
              <a:spcAft>
                <a:spcPts val="0"/>
              </a:spcAft>
              <a:buClr>
                <a:schemeClr val="lt1"/>
              </a:buClr>
              <a:buSzPts val="1000"/>
              <a:buFont typeface="Roboto"/>
              <a:buNone/>
              <a:defRPr sz="1000">
                <a:latin typeface="Roboto"/>
                <a:ea typeface="Roboto"/>
                <a:cs typeface="Roboto"/>
                <a:sym typeface="Roboto"/>
              </a:defRPr>
            </a:lvl6pPr>
            <a:lvl7pPr lvl="6" algn="ctr">
              <a:spcBef>
                <a:spcPts val="0"/>
              </a:spcBef>
              <a:spcAft>
                <a:spcPts val="0"/>
              </a:spcAft>
              <a:buClr>
                <a:schemeClr val="lt1"/>
              </a:buClr>
              <a:buSzPts val="1000"/>
              <a:buFont typeface="Roboto"/>
              <a:buNone/>
              <a:defRPr sz="1000">
                <a:latin typeface="Roboto"/>
                <a:ea typeface="Roboto"/>
                <a:cs typeface="Roboto"/>
                <a:sym typeface="Roboto"/>
              </a:defRPr>
            </a:lvl7pPr>
            <a:lvl8pPr lvl="7" algn="ctr">
              <a:spcBef>
                <a:spcPts val="0"/>
              </a:spcBef>
              <a:spcAft>
                <a:spcPts val="0"/>
              </a:spcAft>
              <a:buClr>
                <a:schemeClr val="lt1"/>
              </a:buClr>
              <a:buSzPts val="1000"/>
              <a:buFont typeface="Roboto"/>
              <a:buNone/>
              <a:defRPr sz="1000">
                <a:latin typeface="Roboto"/>
                <a:ea typeface="Roboto"/>
                <a:cs typeface="Roboto"/>
                <a:sym typeface="Roboto"/>
              </a:defRPr>
            </a:lvl8pPr>
            <a:lvl9pPr lvl="8" algn="ctr">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List">
  <p:cSld name="BLANK_1_1_1_1_1_1_1_1_1_1_2">
    <p:spTree>
      <p:nvGrpSpPr>
        <p:cNvPr id="1" name="Shape 213"/>
        <p:cNvGrpSpPr/>
        <p:nvPr/>
      </p:nvGrpSpPr>
      <p:grpSpPr>
        <a:xfrm>
          <a:off x="0" y="0"/>
          <a:ext cx="0" cy="0"/>
          <a:chOff x="0" y="0"/>
          <a:chExt cx="0" cy="0"/>
        </a:xfrm>
      </p:grpSpPr>
      <p:sp>
        <p:nvSpPr>
          <p:cNvPr id="214" name="Google Shape;214;p29"/>
          <p:cNvSpPr txBox="1">
            <a:spLocks noGrp="1"/>
          </p:cNvSpPr>
          <p:nvPr>
            <p:ph type="subTitle" idx="1"/>
          </p:nvPr>
        </p:nvSpPr>
        <p:spPr>
          <a:xfrm>
            <a:off x="228600" y="2077513"/>
            <a:ext cx="256800" cy="1848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a:endParaRPr/>
          </a:p>
        </p:txBody>
      </p:sp>
      <p:sp>
        <p:nvSpPr>
          <p:cNvPr id="215" name="Google Shape;215;p29"/>
          <p:cNvSpPr txBox="1">
            <a:spLocks noGrp="1"/>
          </p:cNvSpPr>
          <p:nvPr>
            <p:ph type="subTitle" idx="2"/>
          </p:nvPr>
        </p:nvSpPr>
        <p:spPr>
          <a:xfrm>
            <a:off x="228600" y="2764250"/>
            <a:ext cx="256800" cy="1848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a:endParaRPr/>
          </a:p>
        </p:txBody>
      </p:sp>
      <p:sp>
        <p:nvSpPr>
          <p:cNvPr id="216" name="Google Shape;216;p29"/>
          <p:cNvSpPr txBox="1">
            <a:spLocks noGrp="1"/>
          </p:cNvSpPr>
          <p:nvPr>
            <p:ph type="subTitle" idx="3"/>
          </p:nvPr>
        </p:nvSpPr>
        <p:spPr>
          <a:xfrm>
            <a:off x="228700" y="3469938"/>
            <a:ext cx="256800" cy="1848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a:endParaRPr/>
          </a:p>
        </p:txBody>
      </p:sp>
      <p:sp>
        <p:nvSpPr>
          <p:cNvPr id="217" name="Google Shape;217;p29"/>
          <p:cNvSpPr txBox="1">
            <a:spLocks noGrp="1"/>
          </p:cNvSpPr>
          <p:nvPr>
            <p:ph type="subTitle" idx="4"/>
          </p:nvPr>
        </p:nvSpPr>
        <p:spPr>
          <a:xfrm>
            <a:off x="228700" y="4194625"/>
            <a:ext cx="256800" cy="1848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a:endParaRPr/>
          </a:p>
        </p:txBody>
      </p:sp>
      <p:sp>
        <p:nvSpPr>
          <p:cNvPr id="218" name="Google Shape;218;p29"/>
          <p:cNvSpPr txBox="1">
            <a:spLocks noGrp="1"/>
          </p:cNvSpPr>
          <p:nvPr>
            <p:ph type="title"/>
          </p:nvPr>
        </p:nvSpPr>
        <p:spPr>
          <a:xfrm>
            <a:off x="212450" y="177900"/>
            <a:ext cx="6446700" cy="4065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219" name="Google Shape;219;p29"/>
          <p:cNvSpPr txBox="1">
            <a:spLocks noGrp="1"/>
          </p:cNvSpPr>
          <p:nvPr>
            <p:ph type="subTitle" idx="5"/>
          </p:nvPr>
        </p:nvSpPr>
        <p:spPr>
          <a:xfrm>
            <a:off x="631800" y="2060357"/>
            <a:ext cx="2128200" cy="2772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a:endParaRPr/>
          </a:p>
        </p:txBody>
      </p:sp>
      <p:sp>
        <p:nvSpPr>
          <p:cNvPr id="220" name="Google Shape;220;p29"/>
          <p:cNvSpPr txBox="1">
            <a:spLocks noGrp="1"/>
          </p:cNvSpPr>
          <p:nvPr>
            <p:ph type="subTitle" idx="6"/>
          </p:nvPr>
        </p:nvSpPr>
        <p:spPr>
          <a:xfrm>
            <a:off x="631800" y="2747082"/>
            <a:ext cx="2128200" cy="2772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a:endParaRPr/>
          </a:p>
        </p:txBody>
      </p:sp>
      <p:sp>
        <p:nvSpPr>
          <p:cNvPr id="221" name="Google Shape;221;p29"/>
          <p:cNvSpPr txBox="1">
            <a:spLocks noGrp="1"/>
          </p:cNvSpPr>
          <p:nvPr>
            <p:ph type="subTitle" idx="7"/>
          </p:nvPr>
        </p:nvSpPr>
        <p:spPr>
          <a:xfrm>
            <a:off x="631850" y="3452782"/>
            <a:ext cx="2128200" cy="2772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a:endParaRPr/>
          </a:p>
        </p:txBody>
      </p:sp>
      <p:sp>
        <p:nvSpPr>
          <p:cNvPr id="222" name="Google Shape;222;p29"/>
          <p:cNvSpPr txBox="1">
            <a:spLocks noGrp="1"/>
          </p:cNvSpPr>
          <p:nvPr>
            <p:ph type="subTitle" idx="8"/>
          </p:nvPr>
        </p:nvSpPr>
        <p:spPr>
          <a:xfrm>
            <a:off x="631900" y="4177457"/>
            <a:ext cx="2128200" cy="2772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a:endParaRPr/>
          </a:p>
        </p:txBody>
      </p:sp>
      <p:sp>
        <p:nvSpPr>
          <p:cNvPr id="223" name="Google Shape;223;p29"/>
          <p:cNvSpPr txBox="1">
            <a:spLocks noGrp="1"/>
          </p:cNvSpPr>
          <p:nvPr>
            <p:ph type="body" idx="9"/>
          </p:nvPr>
        </p:nvSpPr>
        <p:spPr>
          <a:xfrm>
            <a:off x="2906500" y="4194625"/>
            <a:ext cx="3376200" cy="330900"/>
          </a:xfrm>
          <a:prstGeom prst="rect">
            <a:avLst/>
          </a:prstGeom>
          <a:noFill/>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Roboto"/>
              <a:buChar char="●"/>
              <a:defRPr/>
            </a:lvl1pPr>
            <a:lvl2pPr marL="914400" lvl="1" indent="-292100">
              <a:lnSpc>
                <a:spcPct val="115000"/>
              </a:lnSpc>
              <a:spcBef>
                <a:spcPts val="800"/>
              </a:spcBef>
              <a:spcAft>
                <a:spcPts val="0"/>
              </a:spcAft>
              <a:buClr>
                <a:schemeClr val="lt1"/>
              </a:buClr>
              <a:buSzPts val="1000"/>
              <a:buFont typeface="Roboto"/>
              <a:buChar char="○"/>
              <a:defRPr/>
            </a:lvl2pPr>
            <a:lvl3pPr marL="1371600" lvl="2" indent="-292100">
              <a:lnSpc>
                <a:spcPct val="115000"/>
              </a:lnSpc>
              <a:spcBef>
                <a:spcPts val="800"/>
              </a:spcBef>
              <a:spcAft>
                <a:spcPts val="0"/>
              </a:spcAft>
              <a:buClr>
                <a:schemeClr val="lt1"/>
              </a:buClr>
              <a:buSzPts val="1000"/>
              <a:buFont typeface="Roboto"/>
              <a:buChar char="■"/>
              <a:defRPr/>
            </a:lvl3pPr>
            <a:lvl4pPr marL="1828800" lvl="3" indent="-292100">
              <a:lnSpc>
                <a:spcPct val="115000"/>
              </a:lnSpc>
              <a:spcBef>
                <a:spcPts val="800"/>
              </a:spcBef>
              <a:spcAft>
                <a:spcPts val="0"/>
              </a:spcAft>
              <a:buClr>
                <a:schemeClr val="lt1"/>
              </a:buClr>
              <a:buSzPts val="1000"/>
              <a:buFont typeface="Roboto"/>
              <a:buChar char="●"/>
              <a:defRPr/>
            </a:lvl4pPr>
            <a:lvl5pPr marL="2286000" lvl="4" indent="-292100">
              <a:lnSpc>
                <a:spcPct val="115000"/>
              </a:lnSpc>
              <a:spcBef>
                <a:spcPts val="800"/>
              </a:spcBef>
              <a:spcAft>
                <a:spcPts val="0"/>
              </a:spcAft>
              <a:buClr>
                <a:schemeClr val="lt1"/>
              </a:buClr>
              <a:buSzPts val="1000"/>
              <a:buFont typeface="Roboto"/>
              <a:buChar char="○"/>
              <a:defRPr/>
            </a:lvl5pPr>
            <a:lvl6pPr marL="2743200" lvl="5" indent="-292100">
              <a:lnSpc>
                <a:spcPct val="115000"/>
              </a:lnSpc>
              <a:spcBef>
                <a:spcPts val="800"/>
              </a:spcBef>
              <a:spcAft>
                <a:spcPts val="0"/>
              </a:spcAft>
              <a:buClr>
                <a:schemeClr val="lt1"/>
              </a:buClr>
              <a:buSzPts val="1000"/>
              <a:buFont typeface="Roboto"/>
              <a:buChar char="■"/>
              <a:defRPr/>
            </a:lvl6pPr>
            <a:lvl7pPr marL="3200400" lvl="6" indent="-292100">
              <a:lnSpc>
                <a:spcPct val="115000"/>
              </a:lnSpc>
              <a:spcBef>
                <a:spcPts val="800"/>
              </a:spcBef>
              <a:spcAft>
                <a:spcPts val="0"/>
              </a:spcAft>
              <a:buClr>
                <a:schemeClr val="lt1"/>
              </a:buClr>
              <a:buSzPts val="1000"/>
              <a:buFont typeface="Roboto"/>
              <a:buChar char="●"/>
              <a:defRPr/>
            </a:lvl7pPr>
            <a:lvl8pPr marL="3657600" lvl="7" indent="-292100">
              <a:lnSpc>
                <a:spcPct val="115000"/>
              </a:lnSpc>
              <a:spcBef>
                <a:spcPts val="800"/>
              </a:spcBef>
              <a:spcAft>
                <a:spcPts val="0"/>
              </a:spcAft>
              <a:buClr>
                <a:schemeClr val="lt1"/>
              </a:buClr>
              <a:buSzPts val="1000"/>
              <a:buFont typeface="Roboto"/>
              <a:buChar char="○"/>
              <a:defRPr/>
            </a:lvl8pPr>
            <a:lvl9pPr marL="4114800" lvl="8" indent="-292100">
              <a:lnSpc>
                <a:spcPct val="115000"/>
              </a:lnSpc>
              <a:spcBef>
                <a:spcPts val="800"/>
              </a:spcBef>
              <a:spcAft>
                <a:spcPts val="800"/>
              </a:spcAft>
              <a:buClr>
                <a:schemeClr val="lt1"/>
              </a:buClr>
              <a:buSzPts val="1000"/>
              <a:buFont typeface="Roboto"/>
              <a:buChar char="■"/>
              <a:defRPr/>
            </a:lvl9pPr>
          </a:lstStyle>
          <a:p>
            <a:endParaRPr/>
          </a:p>
        </p:txBody>
      </p:sp>
      <p:sp>
        <p:nvSpPr>
          <p:cNvPr id="224" name="Google Shape;224;p29"/>
          <p:cNvSpPr txBox="1">
            <a:spLocks noGrp="1"/>
          </p:cNvSpPr>
          <p:nvPr>
            <p:ph type="body" idx="13"/>
          </p:nvPr>
        </p:nvSpPr>
        <p:spPr>
          <a:xfrm>
            <a:off x="2906400" y="3479438"/>
            <a:ext cx="3376200" cy="330900"/>
          </a:xfrm>
          <a:prstGeom prst="rect">
            <a:avLst/>
          </a:prstGeom>
          <a:noFill/>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Roboto"/>
              <a:buChar char="●"/>
              <a:defRPr/>
            </a:lvl1pPr>
            <a:lvl2pPr marL="914400" lvl="1" indent="-292100">
              <a:lnSpc>
                <a:spcPct val="115000"/>
              </a:lnSpc>
              <a:spcBef>
                <a:spcPts val="800"/>
              </a:spcBef>
              <a:spcAft>
                <a:spcPts val="0"/>
              </a:spcAft>
              <a:buClr>
                <a:schemeClr val="lt1"/>
              </a:buClr>
              <a:buSzPts val="1000"/>
              <a:buFont typeface="Roboto"/>
              <a:buChar char="○"/>
              <a:defRPr/>
            </a:lvl2pPr>
            <a:lvl3pPr marL="1371600" lvl="2" indent="-292100">
              <a:lnSpc>
                <a:spcPct val="115000"/>
              </a:lnSpc>
              <a:spcBef>
                <a:spcPts val="800"/>
              </a:spcBef>
              <a:spcAft>
                <a:spcPts val="0"/>
              </a:spcAft>
              <a:buClr>
                <a:schemeClr val="lt1"/>
              </a:buClr>
              <a:buSzPts val="1000"/>
              <a:buFont typeface="Roboto"/>
              <a:buChar char="■"/>
              <a:defRPr/>
            </a:lvl3pPr>
            <a:lvl4pPr marL="1828800" lvl="3" indent="-292100">
              <a:lnSpc>
                <a:spcPct val="115000"/>
              </a:lnSpc>
              <a:spcBef>
                <a:spcPts val="800"/>
              </a:spcBef>
              <a:spcAft>
                <a:spcPts val="0"/>
              </a:spcAft>
              <a:buClr>
                <a:schemeClr val="lt1"/>
              </a:buClr>
              <a:buSzPts val="1000"/>
              <a:buFont typeface="Roboto"/>
              <a:buChar char="●"/>
              <a:defRPr/>
            </a:lvl4pPr>
            <a:lvl5pPr marL="2286000" lvl="4" indent="-292100">
              <a:lnSpc>
                <a:spcPct val="115000"/>
              </a:lnSpc>
              <a:spcBef>
                <a:spcPts val="800"/>
              </a:spcBef>
              <a:spcAft>
                <a:spcPts val="0"/>
              </a:spcAft>
              <a:buClr>
                <a:schemeClr val="lt1"/>
              </a:buClr>
              <a:buSzPts val="1000"/>
              <a:buFont typeface="Roboto"/>
              <a:buChar char="○"/>
              <a:defRPr/>
            </a:lvl5pPr>
            <a:lvl6pPr marL="2743200" lvl="5" indent="-292100">
              <a:lnSpc>
                <a:spcPct val="115000"/>
              </a:lnSpc>
              <a:spcBef>
                <a:spcPts val="800"/>
              </a:spcBef>
              <a:spcAft>
                <a:spcPts val="0"/>
              </a:spcAft>
              <a:buClr>
                <a:schemeClr val="lt1"/>
              </a:buClr>
              <a:buSzPts val="1000"/>
              <a:buFont typeface="Roboto"/>
              <a:buChar char="■"/>
              <a:defRPr/>
            </a:lvl6pPr>
            <a:lvl7pPr marL="3200400" lvl="6" indent="-292100">
              <a:lnSpc>
                <a:spcPct val="115000"/>
              </a:lnSpc>
              <a:spcBef>
                <a:spcPts val="800"/>
              </a:spcBef>
              <a:spcAft>
                <a:spcPts val="0"/>
              </a:spcAft>
              <a:buClr>
                <a:schemeClr val="lt1"/>
              </a:buClr>
              <a:buSzPts val="1000"/>
              <a:buFont typeface="Roboto"/>
              <a:buChar char="●"/>
              <a:defRPr/>
            </a:lvl7pPr>
            <a:lvl8pPr marL="3657600" lvl="7" indent="-292100">
              <a:lnSpc>
                <a:spcPct val="115000"/>
              </a:lnSpc>
              <a:spcBef>
                <a:spcPts val="800"/>
              </a:spcBef>
              <a:spcAft>
                <a:spcPts val="0"/>
              </a:spcAft>
              <a:buClr>
                <a:schemeClr val="lt1"/>
              </a:buClr>
              <a:buSzPts val="1000"/>
              <a:buFont typeface="Roboto"/>
              <a:buChar char="○"/>
              <a:defRPr/>
            </a:lvl8pPr>
            <a:lvl9pPr marL="4114800" lvl="8" indent="-292100">
              <a:lnSpc>
                <a:spcPct val="115000"/>
              </a:lnSpc>
              <a:spcBef>
                <a:spcPts val="800"/>
              </a:spcBef>
              <a:spcAft>
                <a:spcPts val="800"/>
              </a:spcAft>
              <a:buClr>
                <a:schemeClr val="lt1"/>
              </a:buClr>
              <a:buSzPts val="1000"/>
              <a:buFont typeface="Roboto"/>
              <a:buChar char="■"/>
              <a:defRPr/>
            </a:lvl9pPr>
          </a:lstStyle>
          <a:p>
            <a:endParaRPr/>
          </a:p>
        </p:txBody>
      </p:sp>
      <p:sp>
        <p:nvSpPr>
          <p:cNvPr id="225" name="Google Shape;225;p29"/>
          <p:cNvSpPr txBox="1">
            <a:spLocks noGrp="1"/>
          </p:cNvSpPr>
          <p:nvPr>
            <p:ph type="body" idx="14"/>
          </p:nvPr>
        </p:nvSpPr>
        <p:spPr>
          <a:xfrm>
            <a:off x="2906400" y="2764263"/>
            <a:ext cx="3376200" cy="330900"/>
          </a:xfrm>
          <a:prstGeom prst="rect">
            <a:avLst/>
          </a:prstGeom>
          <a:noFill/>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Roboto"/>
              <a:buChar char="●"/>
              <a:defRPr/>
            </a:lvl1pPr>
            <a:lvl2pPr marL="914400" lvl="1" indent="-292100">
              <a:lnSpc>
                <a:spcPct val="115000"/>
              </a:lnSpc>
              <a:spcBef>
                <a:spcPts val="800"/>
              </a:spcBef>
              <a:spcAft>
                <a:spcPts val="0"/>
              </a:spcAft>
              <a:buClr>
                <a:schemeClr val="lt1"/>
              </a:buClr>
              <a:buSzPts val="1000"/>
              <a:buFont typeface="Roboto"/>
              <a:buChar char="○"/>
              <a:defRPr/>
            </a:lvl2pPr>
            <a:lvl3pPr marL="1371600" lvl="2" indent="-292100">
              <a:lnSpc>
                <a:spcPct val="115000"/>
              </a:lnSpc>
              <a:spcBef>
                <a:spcPts val="800"/>
              </a:spcBef>
              <a:spcAft>
                <a:spcPts val="0"/>
              </a:spcAft>
              <a:buClr>
                <a:schemeClr val="lt1"/>
              </a:buClr>
              <a:buSzPts val="1000"/>
              <a:buFont typeface="Roboto"/>
              <a:buChar char="■"/>
              <a:defRPr/>
            </a:lvl3pPr>
            <a:lvl4pPr marL="1828800" lvl="3" indent="-292100">
              <a:lnSpc>
                <a:spcPct val="115000"/>
              </a:lnSpc>
              <a:spcBef>
                <a:spcPts val="800"/>
              </a:spcBef>
              <a:spcAft>
                <a:spcPts val="0"/>
              </a:spcAft>
              <a:buClr>
                <a:schemeClr val="lt1"/>
              </a:buClr>
              <a:buSzPts val="1000"/>
              <a:buFont typeface="Roboto"/>
              <a:buChar char="●"/>
              <a:defRPr/>
            </a:lvl4pPr>
            <a:lvl5pPr marL="2286000" lvl="4" indent="-292100">
              <a:lnSpc>
                <a:spcPct val="115000"/>
              </a:lnSpc>
              <a:spcBef>
                <a:spcPts val="800"/>
              </a:spcBef>
              <a:spcAft>
                <a:spcPts val="0"/>
              </a:spcAft>
              <a:buClr>
                <a:schemeClr val="lt1"/>
              </a:buClr>
              <a:buSzPts val="1000"/>
              <a:buFont typeface="Roboto"/>
              <a:buChar char="○"/>
              <a:defRPr/>
            </a:lvl5pPr>
            <a:lvl6pPr marL="2743200" lvl="5" indent="-292100">
              <a:lnSpc>
                <a:spcPct val="115000"/>
              </a:lnSpc>
              <a:spcBef>
                <a:spcPts val="800"/>
              </a:spcBef>
              <a:spcAft>
                <a:spcPts val="0"/>
              </a:spcAft>
              <a:buClr>
                <a:schemeClr val="lt1"/>
              </a:buClr>
              <a:buSzPts val="1000"/>
              <a:buFont typeface="Roboto"/>
              <a:buChar char="■"/>
              <a:defRPr/>
            </a:lvl6pPr>
            <a:lvl7pPr marL="3200400" lvl="6" indent="-292100">
              <a:lnSpc>
                <a:spcPct val="115000"/>
              </a:lnSpc>
              <a:spcBef>
                <a:spcPts val="800"/>
              </a:spcBef>
              <a:spcAft>
                <a:spcPts val="0"/>
              </a:spcAft>
              <a:buClr>
                <a:schemeClr val="lt1"/>
              </a:buClr>
              <a:buSzPts val="1000"/>
              <a:buFont typeface="Roboto"/>
              <a:buChar char="●"/>
              <a:defRPr/>
            </a:lvl7pPr>
            <a:lvl8pPr marL="3657600" lvl="7" indent="-292100">
              <a:lnSpc>
                <a:spcPct val="115000"/>
              </a:lnSpc>
              <a:spcBef>
                <a:spcPts val="800"/>
              </a:spcBef>
              <a:spcAft>
                <a:spcPts val="0"/>
              </a:spcAft>
              <a:buClr>
                <a:schemeClr val="lt1"/>
              </a:buClr>
              <a:buSzPts val="1000"/>
              <a:buFont typeface="Roboto"/>
              <a:buChar char="○"/>
              <a:defRPr/>
            </a:lvl8pPr>
            <a:lvl9pPr marL="4114800" lvl="8" indent="-292100">
              <a:lnSpc>
                <a:spcPct val="115000"/>
              </a:lnSpc>
              <a:spcBef>
                <a:spcPts val="800"/>
              </a:spcBef>
              <a:spcAft>
                <a:spcPts val="800"/>
              </a:spcAft>
              <a:buClr>
                <a:schemeClr val="lt1"/>
              </a:buClr>
              <a:buSzPts val="1000"/>
              <a:buFont typeface="Roboto"/>
              <a:buChar char="■"/>
              <a:defRPr/>
            </a:lvl9pPr>
          </a:lstStyle>
          <a:p>
            <a:endParaRPr/>
          </a:p>
        </p:txBody>
      </p:sp>
      <p:sp>
        <p:nvSpPr>
          <p:cNvPr id="226" name="Google Shape;226;p29"/>
          <p:cNvSpPr txBox="1">
            <a:spLocks noGrp="1"/>
          </p:cNvSpPr>
          <p:nvPr>
            <p:ph type="body" idx="15"/>
          </p:nvPr>
        </p:nvSpPr>
        <p:spPr>
          <a:xfrm>
            <a:off x="2906400" y="2048313"/>
            <a:ext cx="3376200" cy="330900"/>
          </a:xfrm>
          <a:prstGeom prst="rect">
            <a:avLst/>
          </a:prstGeom>
          <a:noFill/>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Roboto"/>
              <a:buChar char="●"/>
              <a:defRPr/>
            </a:lvl1pPr>
            <a:lvl2pPr marL="914400" lvl="1" indent="-292100">
              <a:lnSpc>
                <a:spcPct val="115000"/>
              </a:lnSpc>
              <a:spcBef>
                <a:spcPts val="800"/>
              </a:spcBef>
              <a:spcAft>
                <a:spcPts val="0"/>
              </a:spcAft>
              <a:buClr>
                <a:schemeClr val="lt1"/>
              </a:buClr>
              <a:buSzPts val="1000"/>
              <a:buFont typeface="Roboto"/>
              <a:buChar char="○"/>
              <a:defRPr/>
            </a:lvl2pPr>
            <a:lvl3pPr marL="1371600" lvl="2" indent="-292100">
              <a:lnSpc>
                <a:spcPct val="115000"/>
              </a:lnSpc>
              <a:spcBef>
                <a:spcPts val="800"/>
              </a:spcBef>
              <a:spcAft>
                <a:spcPts val="0"/>
              </a:spcAft>
              <a:buClr>
                <a:schemeClr val="lt1"/>
              </a:buClr>
              <a:buSzPts val="1000"/>
              <a:buFont typeface="Roboto"/>
              <a:buChar char="■"/>
              <a:defRPr/>
            </a:lvl3pPr>
            <a:lvl4pPr marL="1828800" lvl="3" indent="-292100">
              <a:lnSpc>
                <a:spcPct val="115000"/>
              </a:lnSpc>
              <a:spcBef>
                <a:spcPts val="800"/>
              </a:spcBef>
              <a:spcAft>
                <a:spcPts val="0"/>
              </a:spcAft>
              <a:buClr>
                <a:schemeClr val="lt1"/>
              </a:buClr>
              <a:buSzPts val="1000"/>
              <a:buFont typeface="Roboto"/>
              <a:buChar char="●"/>
              <a:defRPr/>
            </a:lvl4pPr>
            <a:lvl5pPr marL="2286000" lvl="4" indent="-292100">
              <a:lnSpc>
                <a:spcPct val="115000"/>
              </a:lnSpc>
              <a:spcBef>
                <a:spcPts val="800"/>
              </a:spcBef>
              <a:spcAft>
                <a:spcPts val="0"/>
              </a:spcAft>
              <a:buClr>
                <a:schemeClr val="lt1"/>
              </a:buClr>
              <a:buSzPts val="1000"/>
              <a:buFont typeface="Roboto"/>
              <a:buChar char="○"/>
              <a:defRPr/>
            </a:lvl5pPr>
            <a:lvl6pPr marL="2743200" lvl="5" indent="-292100">
              <a:lnSpc>
                <a:spcPct val="115000"/>
              </a:lnSpc>
              <a:spcBef>
                <a:spcPts val="800"/>
              </a:spcBef>
              <a:spcAft>
                <a:spcPts val="0"/>
              </a:spcAft>
              <a:buClr>
                <a:schemeClr val="lt1"/>
              </a:buClr>
              <a:buSzPts val="1000"/>
              <a:buFont typeface="Roboto"/>
              <a:buChar char="■"/>
              <a:defRPr/>
            </a:lvl6pPr>
            <a:lvl7pPr marL="3200400" lvl="6" indent="-292100">
              <a:lnSpc>
                <a:spcPct val="115000"/>
              </a:lnSpc>
              <a:spcBef>
                <a:spcPts val="800"/>
              </a:spcBef>
              <a:spcAft>
                <a:spcPts val="0"/>
              </a:spcAft>
              <a:buClr>
                <a:schemeClr val="lt1"/>
              </a:buClr>
              <a:buSzPts val="1000"/>
              <a:buFont typeface="Roboto"/>
              <a:buChar char="●"/>
              <a:defRPr/>
            </a:lvl7pPr>
            <a:lvl8pPr marL="3657600" lvl="7" indent="-292100">
              <a:lnSpc>
                <a:spcPct val="115000"/>
              </a:lnSpc>
              <a:spcBef>
                <a:spcPts val="800"/>
              </a:spcBef>
              <a:spcAft>
                <a:spcPts val="0"/>
              </a:spcAft>
              <a:buClr>
                <a:schemeClr val="lt1"/>
              </a:buClr>
              <a:buSzPts val="1000"/>
              <a:buFont typeface="Roboto"/>
              <a:buChar char="○"/>
              <a:defRPr/>
            </a:lvl8pPr>
            <a:lvl9pPr marL="4114800" lvl="8" indent="-292100">
              <a:lnSpc>
                <a:spcPct val="115000"/>
              </a:lnSpc>
              <a:spcBef>
                <a:spcPts val="800"/>
              </a:spcBef>
              <a:spcAft>
                <a:spcPts val="800"/>
              </a:spcAft>
              <a:buClr>
                <a:schemeClr val="lt1"/>
              </a:buClr>
              <a:buSzPts val="1000"/>
              <a:buFont typeface="Roboto"/>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Agenda - Alt 1">
  <p:cSld name="BLANK_1_1_1_1_1_1_1_1_1_1_1">
    <p:bg>
      <p:bgPr>
        <a:gradFill>
          <a:gsLst>
            <a:gs pos="0">
              <a:schemeClr val="accent4"/>
            </a:gs>
            <a:gs pos="100000">
              <a:schemeClr val="dk1"/>
            </a:gs>
          </a:gsLst>
          <a:lin ang="5400012" scaled="0"/>
        </a:gradFill>
        <a:effectLst/>
      </p:bgPr>
    </p:bg>
    <p:spTree>
      <p:nvGrpSpPr>
        <p:cNvPr id="1" name="Shape 227"/>
        <p:cNvGrpSpPr/>
        <p:nvPr/>
      </p:nvGrpSpPr>
      <p:grpSpPr>
        <a:xfrm>
          <a:off x="0" y="0"/>
          <a:ext cx="0" cy="0"/>
          <a:chOff x="0" y="0"/>
          <a:chExt cx="0" cy="0"/>
        </a:xfrm>
      </p:grpSpPr>
      <p:sp>
        <p:nvSpPr>
          <p:cNvPr id="228" name="Google Shape;228;p30"/>
          <p:cNvSpPr/>
          <p:nvPr/>
        </p:nvSpPr>
        <p:spPr>
          <a:xfrm>
            <a:off x="8891100" y="228600"/>
            <a:ext cx="24300" cy="1354500"/>
          </a:xfrm>
          <a:prstGeom prst="rect">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29" name="Google Shape;229;p30"/>
          <p:cNvSpPr/>
          <p:nvPr/>
        </p:nvSpPr>
        <p:spPr>
          <a:xfrm rot="10800000" flipH="1">
            <a:off x="8891100" y="3225473"/>
            <a:ext cx="24300" cy="744600"/>
          </a:xfrm>
          <a:prstGeom prst="rect">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30" name="Google Shape;230;p30"/>
          <p:cNvSpPr/>
          <p:nvPr/>
        </p:nvSpPr>
        <p:spPr>
          <a:xfrm>
            <a:off x="8891100" y="2283200"/>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31" name="Google Shape;231;p30"/>
          <p:cNvSpPr/>
          <p:nvPr/>
        </p:nvSpPr>
        <p:spPr>
          <a:xfrm>
            <a:off x="8891100" y="4888013"/>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32" name="Google Shape;232;p30"/>
          <p:cNvSpPr/>
          <p:nvPr/>
        </p:nvSpPr>
        <p:spPr>
          <a:xfrm>
            <a:off x="8891100" y="2392138"/>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33" name="Google Shape;233;p30"/>
          <p:cNvSpPr/>
          <p:nvPr/>
        </p:nvSpPr>
        <p:spPr>
          <a:xfrm>
            <a:off x="8891100" y="2501063"/>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34" name="Google Shape;234;p30"/>
          <p:cNvSpPr/>
          <p:nvPr/>
        </p:nvSpPr>
        <p:spPr>
          <a:xfrm>
            <a:off x="-4353375" y="-4359625"/>
            <a:ext cx="8713800" cy="8713800"/>
          </a:xfrm>
          <a:prstGeom prst="pie">
            <a:avLst>
              <a:gd name="adj1" fmla="val 2137"/>
              <a:gd name="adj2" fmla="val 5410266"/>
            </a:avLst>
          </a:prstGeom>
          <a:gradFill>
            <a:gsLst>
              <a:gs pos="0">
                <a:schemeClr val="dk1"/>
              </a:gs>
              <a:gs pos="28000">
                <a:schemeClr val="dk1"/>
              </a:gs>
              <a:gs pos="100000">
                <a:schemeClr val="dk2"/>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35" name="Google Shape;235;p30"/>
          <p:cNvSpPr/>
          <p:nvPr/>
        </p:nvSpPr>
        <p:spPr>
          <a:xfrm>
            <a:off x="7661425" y="1330972"/>
            <a:ext cx="406500" cy="406500"/>
          </a:xfrm>
          <a:prstGeom prst="ellipse">
            <a:avLst/>
          </a:prstGeom>
          <a:gradFill>
            <a:gsLst>
              <a:gs pos="0">
                <a:schemeClr val="dk1"/>
              </a:gs>
              <a:gs pos="31000">
                <a:schemeClr val="dk1"/>
              </a:gs>
              <a:gs pos="100000">
                <a:schemeClr val="accent4"/>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36" name="Google Shape;236;p30"/>
          <p:cNvSpPr txBox="1">
            <a:spLocks noGrp="1"/>
          </p:cNvSpPr>
          <p:nvPr>
            <p:ph type="subTitle" idx="1"/>
          </p:nvPr>
        </p:nvSpPr>
        <p:spPr>
          <a:xfrm>
            <a:off x="228600" y="3629463"/>
            <a:ext cx="256800" cy="1107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a:endParaRPr/>
          </a:p>
        </p:txBody>
      </p:sp>
      <p:sp>
        <p:nvSpPr>
          <p:cNvPr id="237" name="Google Shape;237;p30"/>
          <p:cNvSpPr/>
          <p:nvPr/>
        </p:nvSpPr>
        <p:spPr>
          <a:xfrm>
            <a:off x="5772475" y="912625"/>
            <a:ext cx="1243200" cy="1243200"/>
          </a:xfrm>
          <a:prstGeom prst="ellipse">
            <a:avLst/>
          </a:prstGeom>
          <a:gradFill>
            <a:gsLst>
              <a:gs pos="0">
                <a:schemeClr val="dk1"/>
              </a:gs>
              <a:gs pos="28000">
                <a:schemeClr val="dk1"/>
              </a:gs>
              <a:gs pos="100000">
                <a:schemeClr val="dk2"/>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38" name="Google Shape;238;p30"/>
          <p:cNvSpPr txBox="1">
            <a:spLocks noGrp="1"/>
          </p:cNvSpPr>
          <p:nvPr>
            <p:ph type="subTitle" idx="2"/>
          </p:nvPr>
        </p:nvSpPr>
        <p:spPr>
          <a:xfrm>
            <a:off x="541125" y="2779925"/>
            <a:ext cx="2818200" cy="1386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a:endParaRPr/>
          </a:p>
        </p:txBody>
      </p:sp>
      <p:sp>
        <p:nvSpPr>
          <p:cNvPr id="239" name="Google Shape;239;p30"/>
          <p:cNvSpPr txBox="1">
            <a:spLocks noGrp="1"/>
          </p:cNvSpPr>
          <p:nvPr>
            <p:ph type="title"/>
          </p:nvPr>
        </p:nvSpPr>
        <p:spPr>
          <a:xfrm>
            <a:off x="212450" y="177900"/>
            <a:ext cx="5789400" cy="4065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240" name="Google Shape;240;p30"/>
          <p:cNvSpPr txBox="1">
            <a:spLocks noGrp="1"/>
          </p:cNvSpPr>
          <p:nvPr>
            <p:ph type="subTitle" idx="3"/>
          </p:nvPr>
        </p:nvSpPr>
        <p:spPr>
          <a:xfrm>
            <a:off x="541125" y="3001750"/>
            <a:ext cx="2818200" cy="1107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a:endParaRPr/>
          </a:p>
        </p:txBody>
      </p:sp>
      <p:sp>
        <p:nvSpPr>
          <p:cNvPr id="241" name="Google Shape;241;p30"/>
          <p:cNvSpPr txBox="1">
            <a:spLocks noGrp="1"/>
          </p:cNvSpPr>
          <p:nvPr>
            <p:ph type="subTitle" idx="4"/>
          </p:nvPr>
        </p:nvSpPr>
        <p:spPr>
          <a:xfrm>
            <a:off x="228600" y="2767150"/>
            <a:ext cx="256800" cy="1107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a:endParaRPr/>
          </a:p>
        </p:txBody>
      </p:sp>
      <p:sp>
        <p:nvSpPr>
          <p:cNvPr id="242" name="Google Shape;242;p30"/>
          <p:cNvSpPr txBox="1">
            <a:spLocks noGrp="1"/>
          </p:cNvSpPr>
          <p:nvPr>
            <p:ph type="subTitle" idx="5"/>
          </p:nvPr>
        </p:nvSpPr>
        <p:spPr>
          <a:xfrm>
            <a:off x="3914650" y="2779925"/>
            <a:ext cx="2818200" cy="1386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a:endParaRPr/>
          </a:p>
        </p:txBody>
      </p:sp>
      <p:sp>
        <p:nvSpPr>
          <p:cNvPr id="243" name="Google Shape;243;p30"/>
          <p:cNvSpPr txBox="1">
            <a:spLocks noGrp="1"/>
          </p:cNvSpPr>
          <p:nvPr>
            <p:ph type="subTitle" idx="6"/>
          </p:nvPr>
        </p:nvSpPr>
        <p:spPr>
          <a:xfrm>
            <a:off x="3914650" y="3001750"/>
            <a:ext cx="2818200" cy="1107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a:endParaRPr/>
          </a:p>
        </p:txBody>
      </p:sp>
      <p:sp>
        <p:nvSpPr>
          <p:cNvPr id="244" name="Google Shape;244;p30"/>
          <p:cNvSpPr txBox="1">
            <a:spLocks noGrp="1"/>
          </p:cNvSpPr>
          <p:nvPr>
            <p:ph type="subTitle" idx="7"/>
          </p:nvPr>
        </p:nvSpPr>
        <p:spPr>
          <a:xfrm>
            <a:off x="3602125" y="2767150"/>
            <a:ext cx="256800" cy="1107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a:endParaRPr/>
          </a:p>
        </p:txBody>
      </p:sp>
      <p:sp>
        <p:nvSpPr>
          <p:cNvPr id="245" name="Google Shape;245;p30"/>
          <p:cNvSpPr txBox="1">
            <a:spLocks noGrp="1"/>
          </p:cNvSpPr>
          <p:nvPr>
            <p:ph type="subTitle" idx="8"/>
          </p:nvPr>
        </p:nvSpPr>
        <p:spPr>
          <a:xfrm>
            <a:off x="541125" y="4504538"/>
            <a:ext cx="2818200" cy="1386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a:endParaRPr/>
          </a:p>
        </p:txBody>
      </p:sp>
      <p:sp>
        <p:nvSpPr>
          <p:cNvPr id="246" name="Google Shape;246;p30"/>
          <p:cNvSpPr txBox="1">
            <a:spLocks noGrp="1"/>
          </p:cNvSpPr>
          <p:nvPr>
            <p:ph type="subTitle" idx="9"/>
          </p:nvPr>
        </p:nvSpPr>
        <p:spPr>
          <a:xfrm>
            <a:off x="541125" y="4726363"/>
            <a:ext cx="2818200" cy="1107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a:endParaRPr/>
          </a:p>
        </p:txBody>
      </p:sp>
      <p:sp>
        <p:nvSpPr>
          <p:cNvPr id="247" name="Google Shape;247;p30"/>
          <p:cNvSpPr txBox="1">
            <a:spLocks noGrp="1"/>
          </p:cNvSpPr>
          <p:nvPr>
            <p:ph type="subTitle" idx="13"/>
          </p:nvPr>
        </p:nvSpPr>
        <p:spPr>
          <a:xfrm>
            <a:off x="228600" y="4491763"/>
            <a:ext cx="256800" cy="1107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a:endParaRPr/>
          </a:p>
        </p:txBody>
      </p:sp>
      <p:sp>
        <p:nvSpPr>
          <p:cNvPr id="248" name="Google Shape;248;p30"/>
          <p:cNvSpPr txBox="1">
            <a:spLocks noGrp="1"/>
          </p:cNvSpPr>
          <p:nvPr>
            <p:ph type="subTitle" idx="14"/>
          </p:nvPr>
        </p:nvSpPr>
        <p:spPr>
          <a:xfrm>
            <a:off x="3914650" y="4504538"/>
            <a:ext cx="2818200" cy="1386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a:endParaRPr/>
          </a:p>
        </p:txBody>
      </p:sp>
      <p:sp>
        <p:nvSpPr>
          <p:cNvPr id="249" name="Google Shape;249;p30"/>
          <p:cNvSpPr txBox="1">
            <a:spLocks noGrp="1"/>
          </p:cNvSpPr>
          <p:nvPr>
            <p:ph type="subTitle" idx="15"/>
          </p:nvPr>
        </p:nvSpPr>
        <p:spPr>
          <a:xfrm>
            <a:off x="3914650" y="4726363"/>
            <a:ext cx="2818200" cy="1107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a:endParaRPr/>
          </a:p>
        </p:txBody>
      </p:sp>
      <p:sp>
        <p:nvSpPr>
          <p:cNvPr id="250" name="Google Shape;250;p30"/>
          <p:cNvSpPr txBox="1">
            <a:spLocks noGrp="1"/>
          </p:cNvSpPr>
          <p:nvPr>
            <p:ph type="subTitle" idx="16"/>
          </p:nvPr>
        </p:nvSpPr>
        <p:spPr>
          <a:xfrm>
            <a:off x="3602125" y="3629463"/>
            <a:ext cx="256800" cy="1107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a:endParaRPr/>
          </a:p>
        </p:txBody>
      </p:sp>
      <p:sp>
        <p:nvSpPr>
          <p:cNvPr id="251" name="Google Shape;251;p30"/>
          <p:cNvSpPr txBox="1">
            <a:spLocks noGrp="1"/>
          </p:cNvSpPr>
          <p:nvPr>
            <p:ph type="subTitle" idx="17"/>
          </p:nvPr>
        </p:nvSpPr>
        <p:spPr>
          <a:xfrm>
            <a:off x="3602125" y="4491763"/>
            <a:ext cx="256800" cy="1107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a:endParaRPr/>
          </a:p>
        </p:txBody>
      </p:sp>
      <p:sp>
        <p:nvSpPr>
          <p:cNvPr id="252" name="Google Shape;252;p30"/>
          <p:cNvSpPr txBox="1">
            <a:spLocks noGrp="1"/>
          </p:cNvSpPr>
          <p:nvPr>
            <p:ph type="subTitle" idx="18"/>
          </p:nvPr>
        </p:nvSpPr>
        <p:spPr>
          <a:xfrm>
            <a:off x="541125" y="3642238"/>
            <a:ext cx="2818200" cy="1386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a:endParaRPr/>
          </a:p>
        </p:txBody>
      </p:sp>
      <p:sp>
        <p:nvSpPr>
          <p:cNvPr id="253" name="Google Shape;253;p30"/>
          <p:cNvSpPr txBox="1">
            <a:spLocks noGrp="1"/>
          </p:cNvSpPr>
          <p:nvPr>
            <p:ph type="subTitle" idx="19"/>
          </p:nvPr>
        </p:nvSpPr>
        <p:spPr>
          <a:xfrm>
            <a:off x="541125" y="3864063"/>
            <a:ext cx="2818200" cy="1107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a:endParaRPr/>
          </a:p>
        </p:txBody>
      </p:sp>
      <p:sp>
        <p:nvSpPr>
          <p:cNvPr id="254" name="Google Shape;254;p30"/>
          <p:cNvSpPr txBox="1">
            <a:spLocks noGrp="1"/>
          </p:cNvSpPr>
          <p:nvPr>
            <p:ph type="subTitle" idx="20"/>
          </p:nvPr>
        </p:nvSpPr>
        <p:spPr>
          <a:xfrm>
            <a:off x="3914650" y="3642238"/>
            <a:ext cx="2818200" cy="1386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a:endParaRPr/>
          </a:p>
        </p:txBody>
      </p:sp>
      <p:sp>
        <p:nvSpPr>
          <p:cNvPr id="255" name="Google Shape;255;p30"/>
          <p:cNvSpPr txBox="1">
            <a:spLocks noGrp="1"/>
          </p:cNvSpPr>
          <p:nvPr>
            <p:ph type="subTitle" idx="21"/>
          </p:nvPr>
        </p:nvSpPr>
        <p:spPr>
          <a:xfrm>
            <a:off x="3914650" y="3864063"/>
            <a:ext cx="2818200" cy="1107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body and image">
  <p:cSld name="BLANK_1_1_1_1_1_1_1_1_1_1_1_1">
    <p:bg>
      <p:bgPr>
        <a:gradFill>
          <a:gsLst>
            <a:gs pos="0">
              <a:schemeClr val="accent4"/>
            </a:gs>
            <a:gs pos="100000">
              <a:schemeClr val="dk1"/>
            </a:gs>
          </a:gsLst>
          <a:path path="circle">
            <a:fillToRect l="50000" t="50000" r="50000" b="50000"/>
          </a:path>
          <a:tileRect/>
        </a:gradFill>
        <a:effectLst/>
      </p:bgPr>
    </p:bg>
    <p:spTree>
      <p:nvGrpSpPr>
        <p:cNvPr id="1" name="Shape 256"/>
        <p:cNvGrpSpPr/>
        <p:nvPr/>
      </p:nvGrpSpPr>
      <p:grpSpPr>
        <a:xfrm>
          <a:off x="0" y="0"/>
          <a:ext cx="0" cy="0"/>
          <a:chOff x="0" y="0"/>
          <a:chExt cx="0" cy="0"/>
        </a:xfrm>
      </p:grpSpPr>
      <p:sp>
        <p:nvSpPr>
          <p:cNvPr id="257" name="Google Shape;257;p31"/>
          <p:cNvSpPr/>
          <p:nvPr/>
        </p:nvSpPr>
        <p:spPr>
          <a:xfrm>
            <a:off x="-2956425" y="-4767225"/>
            <a:ext cx="9144000" cy="9144000"/>
          </a:xfrm>
          <a:prstGeom prst="ellipse">
            <a:avLst/>
          </a:prstGeom>
          <a:gradFill>
            <a:gsLst>
              <a:gs pos="0">
                <a:schemeClr val="accent4"/>
              </a:gs>
              <a:gs pos="100000">
                <a:schemeClr val="dk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58" name="Google Shape;258;p31"/>
          <p:cNvSpPr txBox="1">
            <a:spLocks noGrp="1"/>
          </p:cNvSpPr>
          <p:nvPr>
            <p:ph type="title"/>
          </p:nvPr>
        </p:nvSpPr>
        <p:spPr>
          <a:xfrm>
            <a:off x="212450" y="177900"/>
            <a:ext cx="3826800" cy="4065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259" name="Google Shape;259;p31"/>
          <p:cNvSpPr>
            <a:spLocks noGrp="1"/>
          </p:cNvSpPr>
          <p:nvPr>
            <p:ph type="pic" idx="2"/>
          </p:nvPr>
        </p:nvSpPr>
        <p:spPr>
          <a:xfrm>
            <a:off x="4618525" y="0"/>
            <a:ext cx="4296600" cy="4912200"/>
          </a:xfrm>
          <a:prstGeom prst="rect">
            <a:avLst/>
          </a:prstGeom>
          <a:noFill/>
          <a:ln>
            <a:noFill/>
          </a:ln>
        </p:spPr>
      </p:sp>
      <p:sp>
        <p:nvSpPr>
          <p:cNvPr id="260" name="Google Shape;260;p31"/>
          <p:cNvSpPr txBox="1">
            <a:spLocks noGrp="1"/>
          </p:cNvSpPr>
          <p:nvPr>
            <p:ph type="body" idx="1"/>
          </p:nvPr>
        </p:nvSpPr>
        <p:spPr>
          <a:xfrm>
            <a:off x="228600" y="1177425"/>
            <a:ext cx="3321300" cy="2208000"/>
          </a:xfrm>
          <a:prstGeom prst="rect">
            <a:avLst/>
          </a:prstGeom>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Roboto"/>
              <a:buChar char="●"/>
              <a:defRPr/>
            </a:lvl1pPr>
            <a:lvl2pPr marL="914400" lvl="1" indent="-292100">
              <a:lnSpc>
                <a:spcPct val="115000"/>
              </a:lnSpc>
              <a:spcBef>
                <a:spcPts val="800"/>
              </a:spcBef>
              <a:spcAft>
                <a:spcPts val="0"/>
              </a:spcAft>
              <a:buClr>
                <a:schemeClr val="lt1"/>
              </a:buClr>
              <a:buSzPts val="1000"/>
              <a:buFont typeface="Roboto"/>
              <a:buChar char="○"/>
              <a:defRPr/>
            </a:lvl2pPr>
            <a:lvl3pPr marL="1371600" lvl="2" indent="-292100">
              <a:lnSpc>
                <a:spcPct val="115000"/>
              </a:lnSpc>
              <a:spcBef>
                <a:spcPts val="800"/>
              </a:spcBef>
              <a:spcAft>
                <a:spcPts val="0"/>
              </a:spcAft>
              <a:buClr>
                <a:schemeClr val="lt1"/>
              </a:buClr>
              <a:buSzPts val="1000"/>
              <a:buFont typeface="Roboto"/>
              <a:buChar char="■"/>
              <a:defRPr/>
            </a:lvl3pPr>
            <a:lvl4pPr marL="1828800" lvl="3" indent="-292100">
              <a:lnSpc>
                <a:spcPct val="115000"/>
              </a:lnSpc>
              <a:spcBef>
                <a:spcPts val="800"/>
              </a:spcBef>
              <a:spcAft>
                <a:spcPts val="0"/>
              </a:spcAft>
              <a:buClr>
                <a:schemeClr val="lt1"/>
              </a:buClr>
              <a:buSzPts val="1000"/>
              <a:buFont typeface="Roboto"/>
              <a:buChar char="●"/>
              <a:defRPr/>
            </a:lvl4pPr>
            <a:lvl5pPr marL="2286000" lvl="4" indent="-292100">
              <a:lnSpc>
                <a:spcPct val="115000"/>
              </a:lnSpc>
              <a:spcBef>
                <a:spcPts val="800"/>
              </a:spcBef>
              <a:spcAft>
                <a:spcPts val="0"/>
              </a:spcAft>
              <a:buClr>
                <a:schemeClr val="lt1"/>
              </a:buClr>
              <a:buSzPts val="1000"/>
              <a:buFont typeface="Roboto"/>
              <a:buChar char="○"/>
              <a:defRPr/>
            </a:lvl5pPr>
            <a:lvl6pPr marL="2743200" lvl="5" indent="-292100">
              <a:lnSpc>
                <a:spcPct val="115000"/>
              </a:lnSpc>
              <a:spcBef>
                <a:spcPts val="800"/>
              </a:spcBef>
              <a:spcAft>
                <a:spcPts val="0"/>
              </a:spcAft>
              <a:buClr>
                <a:schemeClr val="lt1"/>
              </a:buClr>
              <a:buSzPts val="1000"/>
              <a:buFont typeface="Roboto"/>
              <a:buChar char="■"/>
              <a:defRPr/>
            </a:lvl6pPr>
            <a:lvl7pPr marL="3200400" lvl="6" indent="-292100">
              <a:lnSpc>
                <a:spcPct val="115000"/>
              </a:lnSpc>
              <a:spcBef>
                <a:spcPts val="800"/>
              </a:spcBef>
              <a:spcAft>
                <a:spcPts val="0"/>
              </a:spcAft>
              <a:buClr>
                <a:schemeClr val="lt1"/>
              </a:buClr>
              <a:buSzPts val="1000"/>
              <a:buFont typeface="Roboto"/>
              <a:buChar char="●"/>
              <a:defRPr/>
            </a:lvl7pPr>
            <a:lvl8pPr marL="3657600" lvl="7" indent="-292100">
              <a:lnSpc>
                <a:spcPct val="115000"/>
              </a:lnSpc>
              <a:spcBef>
                <a:spcPts val="800"/>
              </a:spcBef>
              <a:spcAft>
                <a:spcPts val="0"/>
              </a:spcAft>
              <a:buClr>
                <a:schemeClr val="lt1"/>
              </a:buClr>
              <a:buSzPts val="1000"/>
              <a:buFont typeface="Roboto"/>
              <a:buChar char="○"/>
              <a:defRPr/>
            </a:lvl8pPr>
            <a:lvl9pPr marL="4114800" lvl="8" indent="-292100">
              <a:lnSpc>
                <a:spcPct val="115000"/>
              </a:lnSpc>
              <a:spcBef>
                <a:spcPts val="800"/>
              </a:spcBef>
              <a:spcAft>
                <a:spcPts val="800"/>
              </a:spcAft>
              <a:buClr>
                <a:schemeClr val="lt1"/>
              </a:buClr>
              <a:buSzPts val="1000"/>
              <a:buFont typeface="Roboto"/>
              <a:buChar char="■"/>
              <a:defRPr/>
            </a:lvl9pPr>
          </a:lstStyle>
          <a:p>
            <a:endParaRPr/>
          </a:p>
        </p:txBody>
      </p:sp>
      <p:sp>
        <p:nvSpPr>
          <p:cNvPr id="261" name="Google Shape;261;p31"/>
          <p:cNvSpPr/>
          <p:nvPr/>
        </p:nvSpPr>
        <p:spPr>
          <a:xfrm rot="-5400000">
            <a:off x="893689" y="4222811"/>
            <a:ext cx="24300" cy="1354500"/>
          </a:xfrm>
          <a:prstGeom prst="rect">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62" name="Google Shape;262;p31"/>
          <p:cNvSpPr/>
          <p:nvPr/>
        </p:nvSpPr>
        <p:spPr>
          <a:xfrm rot="5400000" flipH="1">
            <a:off x="3585611" y="4527761"/>
            <a:ext cx="24300" cy="744600"/>
          </a:xfrm>
          <a:prstGeom prst="rect">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63" name="Google Shape;263;p31"/>
          <p:cNvSpPr/>
          <p:nvPr/>
        </p:nvSpPr>
        <p:spPr>
          <a:xfrm rot="-5400000">
            <a:off x="2283189" y="4887911"/>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264" name="Google Shape;264;p31"/>
          <p:cNvSpPr/>
          <p:nvPr/>
        </p:nvSpPr>
        <p:spPr>
          <a:xfrm rot="-5400000">
            <a:off x="2501051" y="4887911"/>
            <a:ext cx="24300" cy="2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image and CTA">
  <p:cSld name="CUSTOM_4">
    <p:bg>
      <p:bgPr>
        <a:gradFill>
          <a:gsLst>
            <a:gs pos="0">
              <a:schemeClr val="accent4"/>
            </a:gs>
            <a:gs pos="100000">
              <a:schemeClr val="dk1"/>
            </a:gs>
          </a:gsLst>
          <a:lin ang="5400012" scaled="0"/>
        </a:gradFill>
        <a:effectLst/>
      </p:bgPr>
    </p:bg>
    <p:spTree>
      <p:nvGrpSpPr>
        <p:cNvPr id="1" name="Shape 265"/>
        <p:cNvGrpSpPr/>
        <p:nvPr/>
      </p:nvGrpSpPr>
      <p:grpSpPr>
        <a:xfrm>
          <a:off x="0" y="0"/>
          <a:ext cx="0" cy="0"/>
          <a:chOff x="0" y="0"/>
          <a:chExt cx="0" cy="0"/>
        </a:xfrm>
      </p:grpSpPr>
      <p:sp>
        <p:nvSpPr>
          <p:cNvPr id="266" name="Google Shape;266;p32"/>
          <p:cNvSpPr txBox="1">
            <a:spLocks noGrp="1"/>
          </p:cNvSpPr>
          <p:nvPr>
            <p:ph type="body" idx="1"/>
          </p:nvPr>
        </p:nvSpPr>
        <p:spPr>
          <a:xfrm>
            <a:off x="230900" y="2443800"/>
            <a:ext cx="1458300" cy="355200"/>
          </a:xfrm>
          <a:prstGeom prst="rect">
            <a:avLst/>
          </a:prstGeom>
          <a:noFill/>
        </p:spPr>
        <p:txBody>
          <a:bodyPr spcFirstLastPara="1" wrap="square" lIns="91425" tIns="91425" rIns="91425" bIns="91425" anchor="ctr" anchorCtr="0">
            <a:noAutofit/>
          </a:bodyPr>
          <a:lstStyle>
            <a:lvl1pPr marL="457200" lvl="0" indent="-228600" algn="ctr">
              <a:spcBef>
                <a:spcPts val="0"/>
              </a:spcBef>
              <a:spcAft>
                <a:spcPts val="0"/>
              </a:spcAft>
              <a:buNone/>
              <a:defRPr>
                <a:latin typeface="Space Grotesk"/>
                <a:ea typeface="Space Grotesk"/>
                <a:cs typeface="Space Grotesk"/>
                <a:sym typeface="Space Grotesk"/>
              </a:defRPr>
            </a:lvl1pPr>
            <a:lvl2pPr marL="914400" lvl="1" indent="-2921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2pPr>
            <a:lvl3pPr marL="1371600" lvl="2" indent="-2921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3pPr>
            <a:lvl4pPr marL="1828800" lvl="3" indent="-2921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4pPr>
            <a:lvl5pPr marL="2286000" lvl="4" indent="-2921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5pPr>
            <a:lvl6pPr marL="2743200" lvl="5" indent="-2921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6pPr>
            <a:lvl7pPr marL="3200400" lvl="6" indent="-2921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7pPr>
            <a:lvl8pPr marL="3657600" lvl="7" indent="-2921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8pPr>
            <a:lvl9pPr marL="4114800" lvl="8" indent="-2921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9pPr>
          </a:lstStyle>
          <a:p>
            <a:endParaRPr/>
          </a:p>
        </p:txBody>
      </p:sp>
      <p:sp>
        <p:nvSpPr>
          <p:cNvPr id="267" name="Google Shape;267;p32"/>
          <p:cNvSpPr>
            <a:spLocks noGrp="1"/>
          </p:cNvSpPr>
          <p:nvPr>
            <p:ph type="pic" idx="2"/>
          </p:nvPr>
        </p:nvSpPr>
        <p:spPr>
          <a:xfrm>
            <a:off x="5303800" y="881700"/>
            <a:ext cx="3611400" cy="4271400"/>
          </a:xfrm>
          <a:prstGeom prst="rect">
            <a:avLst/>
          </a:prstGeom>
          <a:noFill/>
          <a:ln>
            <a:noFill/>
          </a:ln>
        </p:spPr>
      </p:sp>
      <p:sp>
        <p:nvSpPr>
          <p:cNvPr id="268" name="Google Shape;268;p32"/>
          <p:cNvSpPr txBox="1">
            <a:spLocks noGrp="1"/>
          </p:cNvSpPr>
          <p:nvPr>
            <p:ph type="title" hasCustomPrompt="1"/>
          </p:nvPr>
        </p:nvSpPr>
        <p:spPr>
          <a:xfrm>
            <a:off x="141051" y="271577"/>
            <a:ext cx="1226400" cy="4155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6"/>
              </a:buClr>
              <a:buSzPts val="3000"/>
              <a:buFont typeface="Space Grotesk"/>
              <a:buNone/>
              <a:defRPr sz="3000">
                <a:solidFill>
                  <a:schemeClr val="accent6"/>
                </a:solidFill>
              </a:defRPr>
            </a:lvl1pPr>
            <a:lvl2pPr lvl="1">
              <a:spcBef>
                <a:spcPts val="0"/>
              </a:spcBef>
              <a:spcAft>
                <a:spcPts val="0"/>
              </a:spcAft>
              <a:buClr>
                <a:schemeClr val="accent6"/>
              </a:buClr>
              <a:buSzPts val="3000"/>
              <a:buFont typeface="Space Grotesk"/>
              <a:buNone/>
              <a:defRPr sz="3000">
                <a:solidFill>
                  <a:schemeClr val="accent6"/>
                </a:solidFill>
              </a:defRPr>
            </a:lvl2pPr>
            <a:lvl3pPr lvl="2">
              <a:spcBef>
                <a:spcPts val="0"/>
              </a:spcBef>
              <a:spcAft>
                <a:spcPts val="0"/>
              </a:spcAft>
              <a:buClr>
                <a:schemeClr val="accent6"/>
              </a:buClr>
              <a:buSzPts val="3000"/>
              <a:buFont typeface="Space Grotesk"/>
              <a:buNone/>
              <a:defRPr sz="3000">
                <a:solidFill>
                  <a:schemeClr val="accent6"/>
                </a:solidFill>
              </a:defRPr>
            </a:lvl3pPr>
            <a:lvl4pPr lvl="3">
              <a:spcBef>
                <a:spcPts val="0"/>
              </a:spcBef>
              <a:spcAft>
                <a:spcPts val="0"/>
              </a:spcAft>
              <a:buClr>
                <a:schemeClr val="accent6"/>
              </a:buClr>
              <a:buSzPts val="3000"/>
              <a:buFont typeface="Space Grotesk"/>
              <a:buNone/>
              <a:defRPr sz="3000">
                <a:solidFill>
                  <a:schemeClr val="accent6"/>
                </a:solidFill>
              </a:defRPr>
            </a:lvl4pPr>
            <a:lvl5pPr lvl="4">
              <a:spcBef>
                <a:spcPts val="0"/>
              </a:spcBef>
              <a:spcAft>
                <a:spcPts val="0"/>
              </a:spcAft>
              <a:buClr>
                <a:schemeClr val="accent6"/>
              </a:buClr>
              <a:buSzPts val="3000"/>
              <a:buFont typeface="Space Grotesk"/>
              <a:buNone/>
              <a:defRPr sz="3000">
                <a:solidFill>
                  <a:schemeClr val="accent6"/>
                </a:solidFill>
              </a:defRPr>
            </a:lvl5pPr>
            <a:lvl6pPr lvl="5">
              <a:spcBef>
                <a:spcPts val="0"/>
              </a:spcBef>
              <a:spcAft>
                <a:spcPts val="0"/>
              </a:spcAft>
              <a:buClr>
                <a:schemeClr val="accent6"/>
              </a:buClr>
              <a:buSzPts val="3000"/>
              <a:buFont typeface="Space Grotesk"/>
              <a:buNone/>
              <a:defRPr sz="3000">
                <a:solidFill>
                  <a:schemeClr val="accent6"/>
                </a:solidFill>
              </a:defRPr>
            </a:lvl6pPr>
            <a:lvl7pPr lvl="6">
              <a:spcBef>
                <a:spcPts val="0"/>
              </a:spcBef>
              <a:spcAft>
                <a:spcPts val="0"/>
              </a:spcAft>
              <a:buClr>
                <a:schemeClr val="accent6"/>
              </a:buClr>
              <a:buSzPts val="3000"/>
              <a:buFont typeface="Space Grotesk"/>
              <a:buNone/>
              <a:defRPr sz="3000">
                <a:solidFill>
                  <a:schemeClr val="accent6"/>
                </a:solidFill>
              </a:defRPr>
            </a:lvl7pPr>
            <a:lvl8pPr lvl="7">
              <a:spcBef>
                <a:spcPts val="0"/>
              </a:spcBef>
              <a:spcAft>
                <a:spcPts val="0"/>
              </a:spcAft>
              <a:buClr>
                <a:schemeClr val="accent6"/>
              </a:buClr>
              <a:buSzPts val="3000"/>
              <a:buFont typeface="Space Grotesk"/>
              <a:buNone/>
              <a:defRPr sz="3000">
                <a:solidFill>
                  <a:schemeClr val="accent6"/>
                </a:solidFill>
              </a:defRPr>
            </a:lvl8pPr>
            <a:lvl9pPr lvl="8">
              <a:spcBef>
                <a:spcPts val="0"/>
              </a:spcBef>
              <a:spcAft>
                <a:spcPts val="0"/>
              </a:spcAft>
              <a:buClr>
                <a:schemeClr val="accent6"/>
              </a:buClr>
              <a:buSzPts val="3000"/>
              <a:buFont typeface="Space Grotesk"/>
              <a:buNone/>
              <a:defRPr sz="3000">
                <a:solidFill>
                  <a:schemeClr val="accent6"/>
                </a:solidFill>
              </a:defRPr>
            </a:lvl9pPr>
          </a:lstStyle>
          <a:p>
            <a:r>
              <a:t>xx%</a:t>
            </a:r>
          </a:p>
        </p:txBody>
      </p:sp>
      <p:sp>
        <p:nvSpPr>
          <p:cNvPr id="269" name="Google Shape;269;p32"/>
          <p:cNvSpPr txBox="1">
            <a:spLocks noGrp="1"/>
          </p:cNvSpPr>
          <p:nvPr>
            <p:ph type="title" idx="3"/>
          </p:nvPr>
        </p:nvSpPr>
        <p:spPr>
          <a:xfrm>
            <a:off x="228600" y="881625"/>
            <a:ext cx="5565300" cy="277200"/>
          </a:xfrm>
          <a:prstGeom prst="rect">
            <a:avLst/>
          </a:prstGeom>
        </p:spPr>
        <p:txBody>
          <a:bodyPr spcFirstLastPara="1" wrap="square" lIns="0" tIns="0" rIns="0" bIns="0" anchor="t" anchorCtr="0">
            <a:noAutofit/>
          </a:bodyPr>
          <a:lstStyle>
            <a:lvl1pPr lvl="0">
              <a:spcBef>
                <a:spcPts val="0"/>
              </a:spcBef>
              <a:spcAft>
                <a:spcPts val="0"/>
              </a:spcAft>
              <a:buClr>
                <a:schemeClr val="lt2"/>
              </a:buClr>
              <a:buSzPts val="1800"/>
              <a:buFont typeface="Space Grotesk"/>
              <a:buNone/>
              <a:defRPr sz="1800">
                <a:solidFill>
                  <a:schemeClr val="lt2"/>
                </a:solidFill>
              </a:defRPr>
            </a:lvl1pPr>
            <a:lvl2pPr lvl="1">
              <a:spcBef>
                <a:spcPts val="0"/>
              </a:spcBef>
              <a:spcAft>
                <a:spcPts val="0"/>
              </a:spcAft>
              <a:buClr>
                <a:schemeClr val="lt2"/>
              </a:buClr>
              <a:buSzPts val="1800"/>
              <a:buFont typeface="Space Grotesk"/>
              <a:buNone/>
              <a:defRPr sz="1800">
                <a:solidFill>
                  <a:schemeClr val="lt2"/>
                </a:solidFill>
              </a:defRPr>
            </a:lvl2pPr>
            <a:lvl3pPr lvl="2">
              <a:spcBef>
                <a:spcPts val="0"/>
              </a:spcBef>
              <a:spcAft>
                <a:spcPts val="0"/>
              </a:spcAft>
              <a:buClr>
                <a:schemeClr val="lt2"/>
              </a:buClr>
              <a:buSzPts val="1800"/>
              <a:buFont typeface="Space Grotesk"/>
              <a:buNone/>
              <a:defRPr sz="1800">
                <a:solidFill>
                  <a:schemeClr val="lt2"/>
                </a:solidFill>
              </a:defRPr>
            </a:lvl3pPr>
            <a:lvl4pPr lvl="3">
              <a:spcBef>
                <a:spcPts val="0"/>
              </a:spcBef>
              <a:spcAft>
                <a:spcPts val="0"/>
              </a:spcAft>
              <a:buClr>
                <a:schemeClr val="lt2"/>
              </a:buClr>
              <a:buSzPts val="1800"/>
              <a:buFont typeface="Space Grotesk"/>
              <a:buNone/>
              <a:defRPr sz="1800">
                <a:solidFill>
                  <a:schemeClr val="lt2"/>
                </a:solidFill>
              </a:defRPr>
            </a:lvl4pPr>
            <a:lvl5pPr lvl="4">
              <a:spcBef>
                <a:spcPts val="0"/>
              </a:spcBef>
              <a:spcAft>
                <a:spcPts val="0"/>
              </a:spcAft>
              <a:buClr>
                <a:schemeClr val="lt2"/>
              </a:buClr>
              <a:buSzPts val="1800"/>
              <a:buFont typeface="Space Grotesk"/>
              <a:buNone/>
              <a:defRPr sz="1800">
                <a:solidFill>
                  <a:schemeClr val="lt2"/>
                </a:solidFill>
              </a:defRPr>
            </a:lvl5pPr>
            <a:lvl6pPr lvl="5">
              <a:spcBef>
                <a:spcPts val="0"/>
              </a:spcBef>
              <a:spcAft>
                <a:spcPts val="0"/>
              </a:spcAft>
              <a:buClr>
                <a:schemeClr val="lt2"/>
              </a:buClr>
              <a:buSzPts val="1800"/>
              <a:buFont typeface="Space Grotesk"/>
              <a:buNone/>
              <a:defRPr sz="1800">
                <a:solidFill>
                  <a:schemeClr val="lt2"/>
                </a:solidFill>
              </a:defRPr>
            </a:lvl6pPr>
            <a:lvl7pPr lvl="6">
              <a:spcBef>
                <a:spcPts val="0"/>
              </a:spcBef>
              <a:spcAft>
                <a:spcPts val="0"/>
              </a:spcAft>
              <a:buClr>
                <a:schemeClr val="lt2"/>
              </a:buClr>
              <a:buSzPts val="1800"/>
              <a:buFont typeface="Space Grotesk"/>
              <a:buNone/>
              <a:defRPr sz="1800">
                <a:solidFill>
                  <a:schemeClr val="lt2"/>
                </a:solidFill>
              </a:defRPr>
            </a:lvl7pPr>
            <a:lvl8pPr lvl="7">
              <a:spcBef>
                <a:spcPts val="0"/>
              </a:spcBef>
              <a:spcAft>
                <a:spcPts val="0"/>
              </a:spcAft>
              <a:buClr>
                <a:schemeClr val="lt2"/>
              </a:buClr>
              <a:buSzPts val="1800"/>
              <a:buFont typeface="Space Grotesk"/>
              <a:buNone/>
              <a:defRPr sz="1800">
                <a:solidFill>
                  <a:schemeClr val="lt2"/>
                </a:solidFill>
              </a:defRPr>
            </a:lvl8pPr>
            <a:lvl9pPr lvl="8">
              <a:spcBef>
                <a:spcPts val="0"/>
              </a:spcBef>
              <a:spcAft>
                <a:spcPts val="0"/>
              </a:spcAft>
              <a:buClr>
                <a:schemeClr val="lt2"/>
              </a:buClr>
              <a:buSzPts val="1800"/>
              <a:buFont typeface="Space Grotesk"/>
              <a:buNone/>
              <a:defRPr sz="1800">
                <a:solidFill>
                  <a:schemeClr val="lt2"/>
                </a:solidFill>
              </a:defRPr>
            </a:lvl9pPr>
          </a:lstStyle>
          <a:p>
            <a:endParaRPr/>
          </a:p>
        </p:txBody>
      </p:sp>
      <p:sp>
        <p:nvSpPr>
          <p:cNvPr id="270" name="Google Shape;270;p32"/>
          <p:cNvSpPr txBox="1">
            <a:spLocks noGrp="1"/>
          </p:cNvSpPr>
          <p:nvPr>
            <p:ph type="subTitle" idx="4"/>
          </p:nvPr>
        </p:nvSpPr>
        <p:spPr>
          <a:xfrm>
            <a:off x="230900" y="1660325"/>
            <a:ext cx="4404300" cy="366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ree storyboards">
  <p:cSld name="BLANK_1_1_1_1_1_1_1_1_1_1_1_1_1_1_1_1_1_1">
    <p:bg>
      <p:bgPr>
        <a:gradFill>
          <a:gsLst>
            <a:gs pos="0">
              <a:schemeClr val="accent4"/>
            </a:gs>
            <a:gs pos="100000">
              <a:schemeClr val="dk1"/>
            </a:gs>
          </a:gsLst>
          <a:path path="circle">
            <a:fillToRect l="50000" t="50000" r="50000" b="50000"/>
          </a:path>
          <a:tileRect/>
        </a:gradFill>
        <a:effectLst/>
      </p:bgPr>
    </p:bg>
    <p:spTree>
      <p:nvGrpSpPr>
        <p:cNvPr id="1" name="Shape 271"/>
        <p:cNvGrpSpPr/>
        <p:nvPr/>
      </p:nvGrpSpPr>
      <p:grpSpPr>
        <a:xfrm>
          <a:off x="0" y="0"/>
          <a:ext cx="0" cy="0"/>
          <a:chOff x="0" y="0"/>
          <a:chExt cx="0" cy="0"/>
        </a:xfrm>
      </p:grpSpPr>
      <p:sp>
        <p:nvSpPr>
          <p:cNvPr id="272" name="Google Shape;272;p33"/>
          <p:cNvSpPr>
            <a:spLocks noGrp="1"/>
          </p:cNvSpPr>
          <p:nvPr>
            <p:ph type="pic" idx="2"/>
          </p:nvPr>
        </p:nvSpPr>
        <p:spPr>
          <a:xfrm>
            <a:off x="228600" y="1510550"/>
            <a:ext cx="2773500" cy="1560300"/>
          </a:xfrm>
          <a:prstGeom prst="rect">
            <a:avLst/>
          </a:prstGeom>
          <a:noFill/>
          <a:ln>
            <a:noFill/>
          </a:ln>
        </p:spPr>
      </p:sp>
      <p:sp>
        <p:nvSpPr>
          <p:cNvPr id="273" name="Google Shape;273;p33"/>
          <p:cNvSpPr>
            <a:spLocks noGrp="1"/>
          </p:cNvSpPr>
          <p:nvPr>
            <p:ph type="pic" idx="3"/>
          </p:nvPr>
        </p:nvSpPr>
        <p:spPr>
          <a:xfrm>
            <a:off x="3185250" y="1510550"/>
            <a:ext cx="2773500" cy="1560300"/>
          </a:xfrm>
          <a:prstGeom prst="rect">
            <a:avLst/>
          </a:prstGeom>
          <a:noFill/>
          <a:ln>
            <a:noFill/>
          </a:ln>
        </p:spPr>
      </p:sp>
      <p:sp>
        <p:nvSpPr>
          <p:cNvPr id="274" name="Google Shape;274;p33"/>
          <p:cNvSpPr>
            <a:spLocks noGrp="1"/>
          </p:cNvSpPr>
          <p:nvPr>
            <p:ph type="pic" idx="4"/>
          </p:nvPr>
        </p:nvSpPr>
        <p:spPr>
          <a:xfrm>
            <a:off x="6141900" y="1510550"/>
            <a:ext cx="2773500" cy="1560300"/>
          </a:xfrm>
          <a:prstGeom prst="rect">
            <a:avLst/>
          </a:prstGeom>
          <a:noFill/>
          <a:ln>
            <a:noFill/>
          </a:ln>
        </p:spPr>
      </p:sp>
      <p:sp>
        <p:nvSpPr>
          <p:cNvPr id="275" name="Google Shape;275;p33"/>
          <p:cNvSpPr txBox="1">
            <a:spLocks noGrp="1"/>
          </p:cNvSpPr>
          <p:nvPr>
            <p:ph type="title"/>
          </p:nvPr>
        </p:nvSpPr>
        <p:spPr>
          <a:xfrm>
            <a:off x="212450" y="177900"/>
            <a:ext cx="5789400" cy="4065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276" name="Google Shape;276;p33"/>
          <p:cNvSpPr txBox="1">
            <a:spLocks noGrp="1"/>
          </p:cNvSpPr>
          <p:nvPr>
            <p:ph type="body" idx="1"/>
          </p:nvPr>
        </p:nvSpPr>
        <p:spPr>
          <a:xfrm>
            <a:off x="228600" y="3513725"/>
            <a:ext cx="2773500" cy="1301400"/>
          </a:xfrm>
          <a:prstGeom prst="rect">
            <a:avLst/>
          </a:prstGeom>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Roboto"/>
              <a:buChar char="●"/>
              <a:defRPr/>
            </a:lvl1pPr>
            <a:lvl2pPr marL="914400" lvl="1" indent="-292100">
              <a:lnSpc>
                <a:spcPct val="115000"/>
              </a:lnSpc>
              <a:spcBef>
                <a:spcPts val="800"/>
              </a:spcBef>
              <a:spcAft>
                <a:spcPts val="0"/>
              </a:spcAft>
              <a:buClr>
                <a:schemeClr val="lt1"/>
              </a:buClr>
              <a:buSzPts val="1000"/>
              <a:buFont typeface="Roboto"/>
              <a:buChar char="○"/>
              <a:defRPr/>
            </a:lvl2pPr>
            <a:lvl3pPr marL="1371600" lvl="2" indent="-292100">
              <a:lnSpc>
                <a:spcPct val="115000"/>
              </a:lnSpc>
              <a:spcBef>
                <a:spcPts val="800"/>
              </a:spcBef>
              <a:spcAft>
                <a:spcPts val="0"/>
              </a:spcAft>
              <a:buClr>
                <a:schemeClr val="lt1"/>
              </a:buClr>
              <a:buSzPts val="1000"/>
              <a:buFont typeface="Roboto"/>
              <a:buChar char="■"/>
              <a:defRPr/>
            </a:lvl3pPr>
            <a:lvl4pPr marL="1828800" lvl="3" indent="-292100">
              <a:lnSpc>
                <a:spcPct val="115000"/>
              </a:lnSpc>
              <a:spcBef>
                <a:spcPts val="800"/>
              </a:spcBef>
              <a:spcAft>
                <a:spcPts val="0"/>
              </a:spcAft>
              <a:buClr>
                <a:schemeClr val="lt1"/>
              </a:buClr>
              <a:buSzPts val="1000"/>
              <a:buFont typeface="Roboto"/>
              <a:buChar char="●"/>
              <a:defRPr/>
            </a:lvl4pPr>
            <a:lvl5pPr marL="2286000" lvl="4" indent="-292100">
              <a:lnSpc>
                <a:spcPct val="115000"/>
              </a:lnSpc>
              <a:spcBef>
                <a:spcPts val="800"/>
              </a:spcBef>
              <a:spcAft>
                <a:spcPts val="0"/>
              </a:spcAft>
              <a:buClr>
                <a:schemeClr val="lt1"/>
              </a:buClr>
              <a:buSzPts val="1000"/>
              <a:buFont typeface="Roboto"/>
              <a:buChar char="○"/>
              <a:defRPr/>
            </a:lvl5pPr>
            <a:lvl6pPr marL="2743200" lvl="5" indent="-292100">
              <a:lnSpc>
                <a:spcPct val="115000"/>
              </a:lnSpc>
              <a:spcBef>
                <a:spcPts val="800"/>
              </a:spcBef>
              <a:spcAft>
                <a:spcPts val="0"/>
              </a:spcAft>
              <a:buClr>
                <a:schemeClr val="lt1"/>
              </a:buClr>
              <a:buSzPts val="1000"/>
              <a:buFont typeface="Roboto"/>
              <a:buChar char="■"/>
              <a:defRPr/>
            </a:lvl6pPr>
            <a:lvl7pPr marL="3200400" lvl="6" indent="-292100">
              <a:lnSpc>
                <a:spcPct val="115000"/>
              </a:lnSpc>
              <a:spcBef>
                <a:spcPts val="800"/>
              </a:spcBef>
              <a:spcAft>
                <a:spcPts val="0"/>
              </a:spcAft>
              <a:buClr>
                <a:schemeClr val="lt1"/>
              </a:buClr>
              <a:buSzPts val="1000"/>
              <a:buFont typeface="Roboto"/>
              <a:buChar char="●"/>
              <a:defRPr/>
            </a:lvl7pPr>
            <a:lvl8pPr marL="3657600" lvl="7" indent="-292100">
              <a:lnSpc>
                <a:spcPct val="115000"/>
              </a:lnSpc>
              <a:spcBef>
                <a:spcPts val="800"/>
              </a:spcBef>
              <a:spcAft>
                <a:spcPts val="0"/>
              </a:spcAft>
              <a:buClr>
                <a:schemeClr val="lt1"/>
              </a:buClr>
              <a:buSzPts val="1000"/>
              <a:buFont typeface="Roboto"/>
              <a:buChar char="○"/>
              <a:defRPr/>
            </a:lvl8pPr>
            <a:lvl9pPr marL="4114800" lvl="8" indent="-292100">
              <a:lnSpc>
                <a:spcPct val="115000"/>
              </a:lnSpc>
              <a:spcBef>
                <a:spcPts val="800"/>
              </a:spcBef>
              <a:spcAft>
                <a:spcPts val="800"/>
              </a:spcAft>
              <a:buClr>
                <a:schemeClr val="lt1"/>
              </a:buClr>
              <a:buSzPts val="1000"/>
              <a:buFont typeface="Roboto"/>
              <a:buChar char="■"/>
              <a:defRPr/>
            </a:lvl9pPr>
          </a:lstStyle>
          <a:p>
            <a:endParaRPr/>
          </a:p>
        </p:txBody>
      </p:sp>
      <p:sp>
        <p:nvSpPr>
          <p:cNvPr id="277" name="Google Shape;277;p33"/>
          <p:cNvSpPr txBox="1">
            <a:spLocks noGrp="1"/>
          </p:cNvSpPr>
          <p:nvPr>
            <p:ph type="body" idx="5"/>
          </p:nvPr>
        </p:nvSpPr>
        <p:spPr>
          <a:xfrm>
            <a:off x="3185250" y="3513725"/>
            <a:ext cx="2773500" cy="1301400"/>
          </a:xfrm>
          <a:prstGeom prst="rect">
            <a:avLst/>
          </a:prstGeom>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Roboto"/>
              <a:buChar char="●"/>
              <a:defRPr/>
            </a:lvl1pPr>
            <a:lvl2pPr marL="914400" lvl="1" indent="-292100">
              <a:lnSpc>
                <a:spcPct val="115000"/>
              </a:lnSpc>
              <a:spcBef>
                <a:spcPts val="800"/>
              </a:spcBef>
              <a:spcAft>
                <a:spcPts val="0"/>
              </a:spcAft>
              <a:buClr>
                <a:schemeClr val="lt1"/>
              </a:buClr>
              <a:buSzPts val="1000"/>
              <a:buFont typeface="Roboto"/>
              <a:buChar char="○"/>
              <a:defRPr/>
            </a:lvl2pPr>
            <a:lvl3pPr marL="1371600" lvl="2" indent="-292100">
              <a:lnSpc>
                <a:spcPct val="115000"/>
              </a:lnSpc>
              <a:spcBef>
                <a:spcPts val="800"/>
              </a:spcBef>
              <a:spcAft>
                <a:spcPts val="0"/>
              </a:spcAft>
              <a:buClr>
                <a:schemeClr val="lt1"/>
              </a:buClr>
              <a:buSzPts val="1000"/>
              <a:buFont typeface="Roboto"/>
              <a:buChar char="■"/>
              <a:defRPr/>
            </a:lvl3pPr>
            <a:lvl4pPr marL="1828800" lvl="3" indent="-292100">
              <a:lnSpc>
                <a:spcPct val="115000"/>
              </a:lnSpc>
              <a:spcBef>
                <a:spcPts val="800"/>
              </a:spcBef>
              <a:spcAft>
                <a:spcPts val="0"/>
              </a:spcAft>
              <a:buClr>
                <a:schemeClr val="lt1"/>
              </a:buClr>
              <a:buSzPts val="1000"/>
              <a:buFont typeface="Roboto"/>
              <a:buChar char="●"/>
              <a:defRPr/>
            </a:lvl4pPr>
            <a:lvl5pPr marL="2286000" lvl="4" indent="-292100">
              <a:lnSpc>
                <a:spcPct val="115000"/>
              </a:lnSpc>
              <a:spcBef>
                <a:spcPts val="800"/>
              </a:spcBef>
              <a:spcAft>
                <a:spcPts val="0"/>
              </a:spcAft>
              <a:buClr>
                <a:schemeClr val="lt1"/>
              </a:buClr>
              <a:buSzPts val="1000"/>
              <a:buFont typeface="Roboto"/>
              <a:buChar char="○"/>
              <a:defRPr/>
            </a:lvl5pPr>
            <a:lvl6pPr marL="2743200" lvl="5" indent="-292100">
              <a:lnSpc>
                <a:spcPct val="115000"/>
              </a:lnSpc>
              <a:spcBef>
                <a:spcPts val="800"/>
              </a:spcBef>
              <a:spcAft>
                <a:spcPts val="0"/>
              </a:spcAft>
              <a:buClr>
                <a:schemeClr val="lt1"/>
              </a:buClr>
              <a:buSzPts val="1000"/>
              <a:buFont typeface="Roboto"/>
              <a:buChar char="■"/>
              <a:defRPr/>
            </a:lvl6pPr>
            <a:lvl7pPr marL="3200400" lvl="6" indent="-292100">
              <a:lnSpc>
                <a:spcPct val="115000"/>
              </a:lnSpc>
              <a:spcBef>
                <a:spcPts val="800"/>
              </a:spcBef>
              <a:spcAft>
                <a:spcPts val="0"/>
              </a:spcAft>
              <a:buClr>
                <a:schemeClr val="lt1"/>
              </a:buClr>
              <a:buSzPts val="1000"/>
              <a:buFont typeface="Roboto"/>
              <a:buChar char="●"/>
              <a:defRPr/>
            </a:lvl7pPr>
            <a:lvl8pPr marL="3657600" lvl="7" indent="-292100">
              <a:lnSpc>
                <a:spcPct val="115000"/>
              </a:lnSpc>
              <a:spcBef>
                <a:spcPts val="800"/>
              </a:spcBef>
              <a:spcAft>
                <a:spcPts val="0"/>
              </a:spcAft>
              <a:buClr>
                <a:schemeClr val="lt1"/>
              </a:buClr>
              <a:buSzPts val="1000"/>
              <a:buFont typeface="Roboto"/>
              <a:buChar char="○"/>
              <a:defRPr/>
            </a:lvl8pPr>
            <a:lvl9pPr marL="4114800" lvl="8" indent="-292100">
              <a:lnSpc>
                <a:spcPct val="115000"/>
              </a:lnSpc>
              <a:spcBef>
                <a:spcPts val="800"/>
              </a:spcBef>
              <a:spcAft>
                <a:spcPts val="800"/>
              </a:spcAft>
              <a:buClr>
                <a:schemeClr val="lt1"/>
              </a:buClr>
              <a:buSzPts val="1000"/>
              <a:buFont typeface="Roboto"/>
              <a:buChar char="■"/>
              <a:defRPr/>
            </a:lvl9pPr>
          </a:lstStyle>
          <a:p>
            <a:endParaRPr/>
          </a:p>
        </p:txBody>
      </p:sp>
      <p:sp>
        <p:nvSpPr>
          <p:cNvPr id="278" name="Google Shape;278;p33"/>
          <p:cNvSpPr txBox="1">
            <a:spLocks noGrp="1"/>
          </p:cNvSpPr>
          <p:nvPr>
            <p:ph type="body" idx="6"/>
          </p:nvPr>
        </p:nvSpPr>
        <p:spPr>
          <a:xfrm>
            <a:off x="6141900" y="3513725"/>
            <a:ext cx="2773500" cy="1301400"/>
          </a:xfrm>
          <a:prstGeom prst="rect">
            <a:avLst/>
          </a:prstGeom>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Roboto"/>
              <a:buChar char="●"/>
              <a:defRPr/>
            </a:lvl1pPr>
            <a:lvl2pPr marL="914400" lvl="1" indent="-292100">
              <a:lnSpc>
                <a:spcPct val="115000"/>
              </a:lnSpc>
              <a:spcBef>
                <a:spcPts val="800"/>
              </a:spcBef>
              <a:spcAft>
                <a:spcPts val="0"/>
              </a:spcAft>
              <a:buClr>
                <a:schemeClr val="lt1"/>
              </a:buClr>
              <a:buSzPts val="1000"/>
              <a:buFont typeface="Roboto"/>
              <a:buChar char="○"/>
              <a:defRPr/>
            </a:lvl2pPr>
            <a:lvl3pPr marL="1371600" lvl="2" indent="-292100">
              <a:lnSpc>
                <a:spcPct val="115000"/>
              </a:lnSpc>
              <a:spcBef>
                <a:spcPts val="800"/>
              </a:spcBef>
              <a:spcAft>
                <a:spcPts val="0"/>
              </a:spcAft>
              <a:buClr>
                <a:schemeClr val="lt1"/>
              </a:buClr>
              <a:buSzPts val="1000"/>
              <a:buFont typeface="Roboto"/>
              <a:buChar char="■"/>
              <a:defRPr/>
            </a:lvl3pPr>
            <a:lvl4pPr marL="1828800" lvl="3" indent="-292100">
              <a:lnSpc>
                <a:spcPct val="115000"/>
              </a:lnSpc>
              <a:spcBef>
                <a:spcPts val="800"/>
              </a:spcBef>
              <a:spcAft>
                <a:spcPts val="0"/>
              </a:spcAft>
              <a:buClr>
                <a:schemeClr val="lt1"/>
              </a:buClr>
              <a:buSzPts val="1000"/>
              <a:buFont typeface="Roboto"/>
              <a:buChar char="●"/>
              <a:defRPr/>
            </a:lvl4pPr>
            <a:lvl5pPr marL="2286000" lvl="4" indent="-292100">
              <a:lnSpc>
                <a:spcPct val="115000"/>
              </a:lnSpc>
              <a:spcBef>
                <a:spcPts val="800"/>
              </a:spcBef>
              <a:spcAft>
                <a:spcPts val="0"/>
              </a:spcAft>
              <a:buClr>
                <a:schemeClr val="lt1"/>
              </a:buClr>
              <a:buSzPts val="1000"/>
              <a:buFont typeface="Roboto"/>
              <a:buChar char="○"/>
              <a:defRPr/>
            </a:lvl5pPr>
            <a:lvl6pPr marL="2743200" lvl="5" indent="-292100">
              <a:lnSpc>
                <a:spcPct val="115000"/>
              </a:lnSpc>
              <a:spcBef>
                <a:spcPts val="800"/>
              </a:spcBef>
              <a:spcAft>
                <a:spcPts val="0"/>
              </a:spcAft>
              <a:buClr>
                <a:schemeClr val="lt1"/>
              </a:buClr>
              <a:buSzPts val="1000"/>
              <a:buFont typeface="Roboto"/>
              <a:buChar char="■"/>
              <a:defRPr/>
            </a:lvl6pPr>
            <a:lvl7pPr marL="3200400" lvl="6" indent="-292100">
              <a:lnSpc>
                <a:spcPct val="115000"/>
              </a:lnSpc>
              <a:spcBef>
                <a:spcPts val="800"/>
              </a:spcBef>
              <a:spcAft>
                <a:spcPts val="0"/>
              </a:spcAft>
              <a:buClr>
                <a:schemeClr val="lt1"/>
              </a:buClr>
              <a:buSzPts val="1000"/>
              <a:buFont typeface="Roboto"/>
              <a:buChar char="●"/>
              <a:defRPr/>
            </a:lvl7pPr>
            <a:lvl8pPr marL="3657600" lvl="7" indent="-292100">
              <a:lnSpc>
                <a:spcPct val="115000"/>
              </a:lnSpc>
              <a:spcBef>
                <a:spcPts val="800"/>
              </a:spcBef>
              <a:spcAft>
                <a:spcPts val="0"/>
              </a:spcAft>
              <a:buClr>
                <a:schemeClr val="lt1"/>
              </a:buClr>
              <a:buSzPts val="1000"/>
              <a:buFont typeface="Roboto"/>
              <a:buChar char="○"/>
              <a:defRPr/>
            </a:lvl8pPr>
            <a:lvl9pPr marL="4114800" lvl="8" indent="-292100">
              <a:lnSpc>
                <a:spcPct val="115000"/>
              </a:lnSpc>
              <a:spcBef>
                <a:spcPts val="800"/>
              </a:spcBef>
              <a:spcAft>
                <a:spcPts val="800"/>
              </a:spcAft>
              <a:buClr>
                <a:schemeClr val="lt1"/>
              </a:buClr>
              <a:buSzPts val="1000"/>
              <a:buFont typeface="Roboto"/>
              <a:buChar char="■"/>
              <a:defRPr/>
            </a:lvl9pPr>
          </a:lstStyle>
          <a:p>
            <a:endParaRPr/>
          </a:p>
        </p:txBody>
      </p:sp>
      <p:sp>
        <p:nvSpPr>
          <p:cNvPr id="279" name="Google Shape;279;p33"/>
          <p:cNvSpPr txBox="1">
            <a:spLocks noGrp="1"/>
          </p:cNvSpPr>
          <p:nvPr>
            <p:ph type="subTitle" idx="7"/>
          </p:nvPr>
        </p:nvSpPr>
        <p:spPr>
          <a:xfrm>
            <a:off x="228600" y="3224050"/>
            <a:ext cx="2773500" cy="237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a:endParaRPr/>
          </a:p>
        </p:txBody>
      </p:sp>
      <p:sp>
        <p:nvSpPr>
          <p:cNvPr id="280" name="Google Shape;280;p33"/>
          <p:cNvSpPr txBox="1">
            <a:spLocks noGrp="1"/>
          </p:cNvSpPr>
          <p:nvPr>
            <p:ph type="subTitle" idx="8"/>
          </p:nvPr>
        </p:nvSpPr>
        <p:spPr>
          <a:xfrm>
            <a:off x="3185250" y="3224050"/>
            <a:ext cx="2773500" cy="237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a:endParaRPr/>
          </a:p>
        </p:txBody>
      </p:sp>
      <p:sp>
        <p:nvSpPr>
          <p:cNvPr id="281" name="Google Shape;281;p33"/>
          <p:cNvSpPr txBox="1">
            <a:spLocks noGrp="1"/>
          </p:cNvSpPr>
          <p:nvPr>
            <p:ph type="subTitle" idx="9"/>
          </p:nvPr>
        </p:nvSpPr>
        <p:spPr>
          <a:xfrm>
            <a:off x="6141900" y="3224050"/>
            <a:ext cx="2773500" cy="237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82"/>
        <p:cNvGrpSpPr/>
        <p:nvPr/>
      </p:nvGrpSpPr>
      <p:grpSpPr>
        <a:xfrm>
          <a:off x="0" y="0"/>
          <a:ext cx="0" cy="0"/>
          <a:chOff x="0" y="0"/>
          <a:chExt cx="0" cy="0"/>
        </a:xfrm>
      </p:grpSpPr>
      <p:sp>
        <p:nvSpPr>
          <p:cNvPr id="283" name="Google Shape;283;p3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84" name="Google Shape;284;p3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85"/>
        <p:cNvGrpSpPr/>
        <p:nvPr/>
      </p:nvGrpSpPr>
      <p:grpSpPr>
        <a:xfrm>
          <a:off x="0" y="0"/>
          <a:ext cx="0" cy="0"/>
          <a:chOff x="0" y="0"/>
          <a:chExt cx="0" cy="0"/>
        </a:xfrm>
      </p:grpSpPr>
      <p:sp>
        <p:nvSpPr>
          <p:cNvPr id="286" name="Google Shape;286;p3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287"/>
        <p:cNvGrpSpPr/>
        <p:nvPr/>
      </p:nvGrpSpPr>
      <p:grpSpPr>
        <a:xfrm>
          <a:off x="0" y="0"/>
          <a:ext cx="0" cy="0"/>
          <a:chOff x="0" y="0"/>
          <a:chExt cx="0" cy="0"/>
        </a:xfrm>
      </p:grpSpPr>
      <p:sp>
        <p:nvSpPr>
          <p:cNvPr id="288" name="Google Shape;288;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9" name="Google Shape;289;p3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0" name="Google Shape;290;p3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91"/>
        <p:cNvGrpSpPr/>
        <p:nvPr/>
      </p:nvGrpSpPr>
      <p:grpSpPr>
        <a:xfrm>
          <a:off x="0" y="0"/>
          <a:ext cx="0" cy="0"/>
          <a:chOff x="0" y="0"/>
          <a:chExt cx="0" cy="0"/>
        </a:xfrm>
      </p:grpSpPr>
      <p:sp>
        <p:nvSpPr>
          <p:cNvPr id="292" name="Google Shape;292;p3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93" name="Google Shape;293;p3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94"/>
        <p:cNvGrpSpPr/>
        <p:nvPr/>
      </p:nvGrpSpPr>
      <p:grpSpPr>
        <a:xfrm>
          <a:off x="0" y="0"/>
          <a:ext cx="0" cy="0"/>
          <a:chOff x="0" y="0"/>
          <a:chExt cx="0" cy="0"/>
        </a:xfrm>
      </p:grpSpPr>
      <p:sp>
        <p:nvSpPr>
          <p:cNvPr id="295" name="Google Shape;295;p3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96" name="Google Shape;296;p3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297" name="Google Shape;297;p3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98"/>
        <p:cNvGrpSpPr/>
        <p:nvPr/>
      </p:nvGrpSpPr>
      <p:grpSpPr>
        <a:xfrm>
          <a:off x="0" y="0"/>
          <a:ext cx="0" cy="0"/>
          <a:chOff x="0" y="0"/>
          <a:chExt cx="0" cy="0"/>
        </a:xfrm>
      </p:grpSpPr>
      <p:sp>
        <p:nvSpPr>
          <p:cNvPr id="299" name="Google Shape;299;p39"/>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000"/>
              <a:buNone/>
              <a:defRPr/>
            </a:lvl1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00"/>
        <p:cNvGrpSpPr/>
        <p:nvPr/>
      </p:nvGrpSpPr>
      <p:grpSpPr>
        <a:xfrm>
          <a:off x="0" y="0"/>
          <a:ext cx="0" cy="0"/>
          <a:chOff x="0" y="0"/>
          <a:chExt cx="0" cy="0"/>
        </a:xfrm>
      </p:grpSpPr>
      <p:sp>
        <p:nvSpPr>
          <p:cNvPr id="301" name="Google Shape;301;p40"/>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02" name="Google Shape;302;p40"/>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292100" algn="ctr">
              <a:spcBef>
                <a:spcPts val="0"/>
              </a:spcBef>
              <a:spcAft>
                <a:spcPts val="0"/>
              </a:spcAft>
              <a:buSzPts val="1000"/>
              <a:buChar char="●"/>
              <a:defRPr/>
            </a:lvl1pPr>
            <a:lvl2pPr marL="914400" lvl="1" indent="-292100" algn="ctr">
              <a:spcBef>
                <a:spcPts val="0"/>
              </a:spcBef>
              <a:spcAft>
                <a:spcPts val="0"/>
              </a:spcAft>
              <a:buSzPts val="1000"/>
              <a:buChar char="○"/>
              <a:defRPr/>
            </a:lvl2pPr>
            <a:lvl3pPr marL="1371600" lvl="2" indent="-292100" algn="ctr">
              <a:spcBef>
                <a:spcPts val="0"/>
              </a:spcBef>
              <a:spcAft>
                <a:spcPts val="0"/>
              </a:spcAft>
              <a:buSzPts val="1000"/>
              <a:buChar char="■"/>
              <a:defRPr/>
            </a:lvl3pPr>
            <a:lvl4pPr marL="1828800" lvl="3" indent="-292100" algn="ctr">
              <a:spcBef>
                <a:spcPts val="0"/>
              </a:spcBef>
              <a:spcAft>
                <a:spcPts val="0"/>
              </a:spcAft>
              <a:buSzPts val="1000"/>
              <a:buChar char="●"/>
              <a:defRPr/>
            </a:lvl4pPr>
            <a:lvl5pPr marL="2286000" lvl="4" indent="-292100" algn="ctr">
              <a:spcBef>
                <a:spcPts val="0"/>
              </a:spcBef>
              <a:spcAft>
                <a:spcPts val="0"/>
              </a:spcAft>
              <a:buSzPts val="1000"/>
              <a:buChar char="○"/>
              <a:defRPr/>
            </a:lvl5pPr>
            <a:lvl6pPr marL="2743200" lvl="5" indent="-292100" algn="ctr">
              <a:spcBef>
                <a:spcPts val="0"/>
              </a:spcBef>
              <a:spcAft>
                <a:spcPts val="0"/>
              </a:spcAft>
              <a:buSzPts val="1000"/>
              <a:buChar char="■"/>
              <a:defRPr/>
            </a:lvl6pPr>
            <a:lvl7pPr marL="3200400" lvl="6" indent="-292100" algn="ctr">
              <a:spcBef>
                <a:spcPts val="0"/>
              </a:spcBef>
              <a:spcAft>
                <a:spcPts val="0"/>
              </a:spcAft>
              <a:buSzPts val="1000"/>
              <a:buChar char="●"/>
              <a:defRPr/>
            </a:lvl7pPr>
            <a:lvl8pPr marL="3657600" lvl="7" indent="-292100" algn="ctr">
              <a:spcBef>
                <a:spcPts val="0"/>
              </a:spcBef>
              <a:spcAft>
                <a:spcPts val="0"/>
              </a:spcAft>
              <a:buSzPts val="1000"/>
              <a:buChar char="○"/>
              <a:defRPr/>
            </a:lvl8pPr>
            <a:lvl9pPr marL="4114800" lvl="8" indent="-292100" algn="ctr">
              <a:spcBef>
                <a:spcPts val="0"/>
              </a:spcBef>
              <a:spcAft>
                <a:spcPts val="0"/>
              </a:spcAft>
              <a:buSzPts val="1000"/>
              <a:buChar char="■"/>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03"/>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04"/>
        <p:cNvGrpSpPr/>
        <p:nvPr/>
      </p:nvGrpSpPr>
      <p:grpSpPr>
        <a:xfrm>
          <a:off x="0" y="0"/>
          <a:ext cx="0" cy="0"/>
          <a:chOff x="0" y="0"/>
          <a:chExt cx="0" cy="0"/>
        </a:xfrm>
      </p:grpSpPr>
      <p:sp>
        <p:nvSpPr>
          <p:cNvPr id="305" name="Google Shape;305;p42"/>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6" name="Google Shape;306;p42"/>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7" name="Google Shape;307;p42"/>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8" name="Google Shape;308;p42"/>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9" name="Google Shape;309;p42"/>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0" name="Google Shape;310;p42"/>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1" name="Google Shape;311;p42"/>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312"/>
        <p:cNvGrpSpPr/>
        <p:nvPr/>
      </p:nvGrpSpPr>
      <p:grpSpPr>
        <a:xfrm>
          <a:off x="0" y="0"/>
          <a:ext cx="0" cy="0"/>
          <a:chOff x="0" y="0"/>
          <a:chExt cx="0" cy="0"/>
        </a:xfrm>
      </p:grpSpPr>
      <p:sp>
        <p:nvSpPr>
          <p:cNvPr id="313" name="Google Shape;313;p43"/>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14" name="Google Shape;314;p43"/>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15" name="Google Shape;315;p43"/>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16" name="Google Shape;316;p43"/>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7" name="Google Shape;317;p43"/>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318"/>
        <p:cNvGrpSpPr/>
        <p:nvPr/>
      </p:nvGrpSpPr>
      <p:grpSpPr>
        <a:xfrm>
          <a:off x="0" y="0"/>
          <a:ext cx="0" cy="0"/>
          <a:chOff x="0" y="0"/>
          <a:chExt cx="0" cy="0"/>
        </a:xfrm>
      </p:grpSpPr>
      <p:sp>
        <p:nvSpPr>
          <p:cNvPr id="319" name="Google Shape;319;p44"/>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20" name="Google Shape;320;p44"/>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21" name="Google Shape;321;p44"/>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22" name="Google Shape;322;p44"/>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23" name="Google Shape;323;p44"/>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24" name="Google Shape;324;p44"/>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25" name="Google Shape;325;p44"/>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26"/>
        <p:cNvGrpSpPr/>
        <p:nvPr/>
      </p:nvGrpSpPr>
      <p:grpSpPr>
        <a:xfrm>
          <a:off x="0" y="0"/>
          <a:ext cx="0" cy="0"/>
          <a:chOff x="0" y="0"/>
          <a:chExt cx="0" cy="0"/>
        </a:xfrm>
      </p:grpSpPr>
      <p:sp>
        <p:nvSpPr>
          <p:cNvPr id="327" name="Google Shape;327;p45"/>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28" name="Google Shape;328;p45"/>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29" name="Google Shape;329;p45"/>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30" name="Google Shape;330;p45"/>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31" name="Google Shape;331;p45"/>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32" name="Google Shape;332;p45"/>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33" name="Google Shape;333;p45"/>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34" name="Google Shape;334;p45"/>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35" name="Google Shape;335;p45"/>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36"/>
        <p:cNvGrpSpPr/>
        <p:nvPr/>
      </p:nvGrpSpPr>
      <p:grpSpPr>
        <a:xfrm>
          <a:off x="0" y="0"/>
          <a:ext cx="0" cy="0"/>
          <a:chOff x="0" y="0"/>
          <a:chExt cx="0" cy="0"/>
        </a:xfrm>
      </p:grpSpPr>
      <p:sp>
        <p:nvSpPr>
          <p:cNvPr id="337" name="Google Shape;337;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8" name="Google Shape;338;p46"/>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339"/>
        <p:cNvGrpSpPr/>
        <p:nvPr/>
      </p:nvGrpSpPr>
      <p:grpSpPr>
        <a:xfrm>
          <a:off x="0" y="0"/>
          <a:ext cx="0" cy="0"/>
          <a:chOff x="0" y="0"/>
          <a:chExt cx="0" cy="0"/>
        </a:xfrm>
      </p:grpSpPr>
      <p:sp>
        <p:nvSpPr>
          <p:cNvPr id="340" name="Google Shape;340;p47"/>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1" name="Google Shape;341;p47"/>
          <p:cNvSpPr>
            <a:spLocks noGrp="1"/>
          </p:cNvSpPr>
          <p:nvPr>
            <p:ph type="pic" idx="2"/>
          </p:nvPr>
        </p:nvSpPr>
        <p:spPr>
          <a:xfrm>
            <a:off x="4804825" y="1133300"/>
            <a:ext cx="4027500" cy="2392800"/>
          </a:xfrm>
          <a:prstGeom prst="rect">
            <a:avLst/>
          </a:prstGeom>
          <a:noFill/>
          <a:ln>
            <a:noFill/>
          </a:ln>
        </p:spPr>
      </p:sp>
      <p:sp>
        <p:nvSpPr>
          <p:cNvPr id="342" name="Google Shape;342;p47"/>
          <p:cNvSpPr>
            <a:spLocks noGrp="1"/>
          </p:cNvSpPr>
          <p:nvPr>
            <p:ph type="pic" idx="3"/>
          </p:nvPr>
        </p:nvSpPr>
        <p:spPr>
          <a:xfrm>
            <a:off x="311725" y="1133300"/>
            <a:ext cx="4027500" cy="2392800"/>
          </a:xfrm>
          <a:prstGeom prst="rect">
            <a:avLst/>
          </a:prstGeom>
          <a:noFill/>
          <a:ln>
            <a:noFill/>
          </a:ln>
        </p:spPr>
      </p:sp>
      <p:sp>
        <p:nvSpPr>
          <p:cNvPr id="343" name="Google Shape;343;p47"/>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4" name="Google Shape;344;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5" name="Google Shape;345;p47"/>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46" name="Google Shape;346;p47"/>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347"/>
        <p:cNvGrpSpPr/>
        <p:nvPr/>
      </p:nvGrpSpPr>
      <p:grpSpPr>
        <a:xfrm>
          <a:off x="0" y="0"/>
          <a:ext cx="0" cy="0"/>
          <a:chOff x="0" y="0"/>
          <a:chExt cx="0" cy="0"/>
        </a:xfrm>
      </p:grpSpPr>
      <p:sp>
        <p:nvSpPr>
          <p:cNvPr id="348" name="Google Shape;348;p48"/>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349"/>
        <p:cNvGrpSpPr/>
        <p:nvPr/>
      </p:nvGrpSpPr>
      <p:grpSpPr>
        <a:xfrm>
          <a:off x="0" y="0"/>
          <a:ext cx="0" cy="0"/>
          <a:chOff x="0" y="0"/>
          <a:chExt cx="0" cy="0"/>
        </a:xfrm>
      </p:grpSpPr>
      <p:sp>
        <p:nvSpPr>
          <p:cNvPr id="350" name="Google Shape;350;p49"/>
          <p:cNvSpPr>
            <a:spLocks noGrp="1"/>
          </p:cNvSpPr>
          <p:nvPr>
            <p:ph type="pic" idx="2"/>
          </p:nvPr>
        </p:nvSpPr>
        <p:spPr>
          <a:xfrm>
            <a:off x="3389600" y="118913"/>
            <a:ext cx="1643700" cy="1535100"/>
          </a:xfrm>
          <a:prstGeom prst="rect">
            <a:avLst/>
          </a:prstGeom>
          <a:noFill/>
          <a:ln>
            <a:noFill/>
          </a:ln>
        </p:spPr>
      </p:sp>
      <p:sp>
        <p:nvSpPr>
          <p:cNvPr id="351" name="Google Shape;351;p49"/>
          <p:cNvSpPr>
            <a:spLocks noGrp="1"/>
          </p:cNvSpPr>
          <p:nvPr>
            <p:ph type="pic" idx="3"/>
          </p:nvPr>
        </p:nvSpPr>
        <p:spPr>
          <a:xfrm>
            <a:off x="5195935" y="118913"/>
            <a:ext cx="1643700" cy="1535100"/>
          </a:xfrm>
          <a:prstGeom prst="rect">
            <a:avLst/>
          </a:prstGeom>
          <a:noFill/>
          <a:ln>
            <a:noFill/>
          </a:ln>
        </p:spPr>
      </p:sp>
      <p:sp>
        <p:nvSpPr>
          <p:cNvPr id="352" name="Google Shape;352;p49"/>
          <p:cNvSpPr>
            <a:spLocks noGrp="1"/>
          </p:cNvSpPr>
          <p:nvPr>
            <p:ph type="pic" idx="4"/>
          </p:nvPr>
        </p:nvSpPr>
        <p:spPr>
          <a:xfrm>
            <a:off x="7002270" y="118913"/>
            <a:ext cx="1643700" cy="1535100"/>
          </a:xfrm>
          <a:prstGeom prst="rect">
            <a:avLst/>
          </a:prstGeom>
          <a:noFill/>
          <a:ln>
            <a:noFill/>
          </a:ln>
        </p:spPr>
      </p:sp>
      <p:sp>
        <p:nvSpPr>
          <p:cNvPr id="353" name="Google Shape;353;p49"/>
          <p:cNvSpPr>
            <a:spLocks noGrp="1"/>
          </p:cNvSpPr>
          <p:nvPr>
            <p:ph type="pic" idx="5"/>
          </p:nvPr>
        </p:nvSpPr>
        <p:spPr>
          <a:xfrm>
            <a:off x="3389588" y="1804212"/>
            <a:ext cx="1643700" cy="1535100"/>
          </a:xfrm>
          <a:prstGeom prst="rect">
            <a:avLst/>
          </a:prstGeom>
          <a:noFill/>
          <a:ln>
            <a:noFill/>
          </a:ln>
        </p:spPr>
      </p:sp>
      <p:sp>
        <p:nvSpPr>
          <p:cNvPr id="354" name="Google Shape;354;p49"/>
          <p:cNvSpPr>
            <a:spLocks noGrp="1"/>
          </p:cNvSpPr>
          <p:nvPr>
            <p:ph type="pic" idx="6"/>
          </p:nvPr>
        </p:nvSpPr>
        <p:spPr>
          <a:xfrm>
            <a:off x="5195922" y="1804212"/>
            <a:ext cx="1643700" cy="1535100"/>
          </a:xfrm>
          <a:prstGeom prst="rect">
            <a:avLst/>
          </a:prstGeom>
          <a:noFill/>
          <a:ln>
            <a:noFill/>
          </a:ln>
        </p:spPr>
      </p:sp>
      <p:sp>
        <p:nvSpPr>
          <p:cNvPr id="355" name="Google Shape;355;p49"/>
          <p:cNvSpPr>
            <a:spLocks noGrp="1"/>
          </p:cNvSpPr>
          <p:nvPr>
            <p:ph type="pic" idx="7"/>
          </p:nvPr>
        </p:nvSpPr>
        <p:spPr>
          <a:xfrm>
            <a:off x="7002257" y="1804212"/>
            <a:ext cx="1643700" cy="1535100"/>
          </a:xfrm>
          <a:prstGeom prst="rect">
            <a:avLst/>
          </a:prstGeom>
          <a:noFill/>
          <a:ln>
            <a:noFill/>
          </a:ln>
        </p:spPr>
      </p:sp>
      <p:sp>
        <p:nvSpPr>
          <p:cNvPr id="356" name="Google Shape;356;p49"/>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7" name="Google Shape;357;p49"/>
          <p:cNvSpPr>
            <a:spLocks noGrp="1"/>
          </p:cNvSpPr>
          <p:nvPr>
            <p:ph type="pic" idx="8"/>
          </p:nvPr>
        </p:nvSpPr>
        <p:spPr>
          <a:xfrm>
            <a:off x="3389588" y="3489487"/>
            <a:ext cx="1643700" cy="1535100"/>
          </a:xfrm>
          <a:prstGeom prst="rect">
            <a:avLst/>
          </a:prstGeom>
          <a:noFill/>
          <a:ln>
            <a:noFill/>
          </a:ln>
        </p:spPr>
      </p:sp>
      <p:sp>
        <p:nvSpPr>
          <p:cNvPr id="358" name="Google Shape;358;p49"/>
          <p:cNvSpPr>
            <a:spLocks noGrp="1"/>
          </p:cNvSpPr>
          <p:nvPr>
            <p:ph type="pic" idx="9"/>
          </p:nvPr>
        </p:nvSpPr>
        <p:spPr>
          <a:xfrm>
            <a:off x="5195922" y="3489487"/>
            <a:ext cx="1643700" cy="1535100"/>
          </a:xfrm>
          <a:prstGeom prst="rect">
            <a:avLst/>
          </a:prstGeom>
          <a:noFill/>
          <a:ln>
            <a:noFill/>
          </a:ln>
        </p:spPr>
      </p:sp>
      <p:sp>
        <p:nvSpPr>
          <p:cNvPr id="359" name="Google Shape;359;p49"/>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88025" y="635200"/>
            <a:ext cx="5802000" cy="22773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4800"/>
              <a:buFont typeface="Space Grotesk"/>
              <a:buNone/>
              <a:defRPr sz="4800">
                <a:solidFill>
                  <a:schemeClr val="lt1"/>
                </a:solidFill>
                <a:latin typeface="Space Grotesk"/>
                <a:ea typeface="Space Grotesk"/>
                <a:cs typeface="Space Grotesk"/>
                <a:sym typeface="Space Grotesk"/>
              </a:defRPr>
            </a:lvl1pPr>
            <a:lvl2pPr lvl="1">
              <a:spcBef>
                <a:spcPts val="0"/>
              </a:spcBef>
              <a:spcAft>
                <a:spcPts val="0"/>
              </a:spcAft>
              <a:buSzPts val="1400"/>
              <a:buFont typeface="Space Grotesk"/>
              <a:buNone/>
              <a:defRPr>
                <a:latin typeface="Space Grotesk"/>
                <a:ea typeface="Space Grotesk"/>
                <a:cs typeface="Space Grotesk"/>
                <a:sym typeface="Space Grotesk"/>
              </a:defRPr>
            </a:lvl2pPr>
            <a:lvl3pPr lvl="2">
              <a:spcBef>
                <a:spcPts val="0"/>
              </a:spcBef>
              <a:spcAft>
                <a:spcPts val="0"/>
              </a:spcAft>
              <a:buSzPts val="1400"/>
              <a:buFont typeface="Space Grotesk"/>
              <a:buNone/>
              <a:defRPr>
                <a:latin typeface="Space Grotesk"/>
                <a:ea typeface="Space Grotesk"/>
                <a:cs typeface="Space Grotesk"/>
                <a:sym typeface="Space Grotesk"/>
              </a:defRPr>
            </a:lvl3pPr>
            <a:lvl4pPr lvl="3">
              <a:spcBef>
                <a:spcPts val="0"/>
              </a:spcBef>
              <a:spcAft>
                <a:spcPts val="0"/>
              </a:spcAft>
              <a:buSzPts val="1400"/>
              <a:buFont typeface="Space Grotesk"/>
              <a:buNone/>
              <a:defRPr>
                <a:latin typeface="Space Grotesk"/>
                <a:ea typeface="Space Grotesk"/>
                <a:cs typeface="Space Grotesk"/>
                <a:sym typeface="Space Grotesk"/>
              </a:defRPr>
            </a:lvl4pPr>
            <a:lvl5pPr lvl="4">
              <a:spcBef>
                <a:spcPts val="0"/>
              </a:spcBef>
              <a:spcAft>
                <a:spcPts val="0"/>
              </a:spcAft>
              <a:buSzPts val="1400"/>
              <a:buFont typeface="Space Grotesk"/>
              <a:buNone/>
              <a:defRPr>
                <a:latin typeface="Space Grotesk"/>
                <a:ea typeface="Space Grotesk"/>
                <a:cs typeface="Space Grotesk"/>
                <a:sym typeface="Space Grotesk"/>
              </a:defRPr>
            </a:lvl5pPr>
            <a:lvl6pPr lvl="5">
              <a:spcBef>
                <a:spcPts val="0"/>
              </a:spcBef>
              <a:spcAft>
                <a:spcPts val="0"/>
              </a:spcAft>
              <a:buSzPts val="1400"/>
              <a:buFont typeface="Space Grotesk"/>
              <a:buNone/>
              <a:defRPr>
                <a:latin typeface="Space Grotesk"/>
                <a:ea typeface="Space Grotesk"/>
                <a:cs typeface="Space Grotesk"/>
                <a:sym typeface="Space Grotesk"/>
              </a:defRPr>
            </a:lvl6pPr>
            <a:lvl7pPr lvl="6">
              <a:spcBef>
                <a:spcPts val="0"/>
              </a:spcBef>
              <a:spcAft>
                <a:spcPts val="0"/>
              </a:spcAft>
              <a:buSzPts val="1400"/>
              <a:buFont typeface="Space Grotesk"/>
              <a:buNone/>
              <a:defRPr>
                <a:latin typeface="Space Grotesk"/>
                <a:ea typeface="Space Grotesk"/>
                <a:cs typeface="Space Grotesk"/>
                <a:sym typeface="Space Grotesk"/>
              </a:defRPr>
            </a:lvl7pPr>
            <a:lvl8pPr lvl="7">
              <a:spcBef>
                <a:spcPts val="0"/>
              </a:spcBef>
              <a:spcAft>
                <a:spcPts val="0"/>
              </a:spcAft>
              <a:buSzPts val="1400"/>
              <a:buFont typeface="Space Grotesk"/>
              <a:buNone/>
              <a:defRPr>
                <a:latin typeface="Space Grotesk"/>
                <a:ea typeface="Space Grotesk"/>
                <a:cs typeface="Space Grotesk"/>
                <a:sym typeface="Space Grotesk"/>
              </a:defRPr>
            </a:lvl8pPr>
            <a:lvl9pPr lvl="8">
              <a:spcBef>
                <a:spcPts val="0"/>
              </a:spcBef>
              <a:spcAft>
                <a:spcPts val="0"/>
              </a:spcAft>
              <a:buSzPts val="1400"/>
              <a:buFont typeface="Space Grotesk"/>
              <a:buNone/>
              <a:defRPr>
                <a:latin typeface="Space Grotesk"/>
                <a:ea typeface="Space Grotesk"/>
                <a:cs typeface="Space Grotesk"/>
                <a:sym typeface="Space Grotesk"/>
              </a:defRPr>
            </a:lvl9pPr>
          </a:lstStyle>
          <a:p>
            <a:endParaRPr/>
          </a:p>
        </p:txBody>
      </p:sp>
      <p:sp>
        <p:nvSpPr>
          <p:cNvPr id="52" name="Google Shape;52;p13"/>
          <p:cNvSpPr txBox="1">
            <a:spLocks noGrp="1"/>
          </p:cNvSpPr>
          <p:nvPr>
            <p:ph type="body" idx="1"/>
          </p:nvPr>
        </p:nvSpPr>
        <p:spPr>
          <a:xfrm>
            <a:off x="611950" y="2966800"/>
            <a:ext cx="4547100" cy="1642200"/>
          </a:xfrm>
          <a:prstGeom prst="rect">
            <a:avLst/>
          </a:prstGeom>
          <a:noFill/>
          <a:ln>
            <a:noFill/>
          </a:ln>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1pPr>
            <a:lvl2pPr marL="914400" lvl="1" indent="-2921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2pPr>
            <a:lvl3pPr marL="1371600" lvl="2" indent="-2921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3pPr>
            <a:lvl4pPr marL="1828800" lvl="3" indent="-2921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4pPr>
            <a:lvl5pPr marL="2286000" lvl="4" indent="-2921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5pPr>
            <a:lvl6pPr marL="2743200" lvl="5" indent="-2921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6pPr>
            <a:lvl7pPr marL="3200400" lvl="6" indent="-2921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7pPr>
            <a:lvl8pPr marL="3657600" lvl="7" indent="-2921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8pPr>
            <a:lvl9pPr marL="4114800" lvl="8" indent="-2921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hyperlink" Target="http://www.youtube.com/watch?v=gOzsQ-hX2B0" TargetMode="External"/><Relationship Id="rId2" Type="http://schemas.openxmlformats.org/officeDocument/2006/relationships/notesSlide" Target="../notesSlides/notesSlide16.xml"/><Relationship Id="rId1" Type="http://schemas.openxmlformats.org/officeDocument/2006/relationships/slideLayout" Target="../slideLayouts/slideLayout23.xml"/><Relationship Id="rId4" Type="http://schemas.openxmlformats.org/officeDocument/2006/relationships/image" Target="../media/image13.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63"/>
        <p:cNvGrpSpPr/>
        <p:nvPr/>
      </p:nvGrpSpPr>
      <p:grpSpPr>
        <a:xfrm>
          <a:off x="0" y="0"/>
          <a:ext cx="0" cy="0"/>
          <a:chOff x="0" y="0"/>
          <a:chExt cx="0" cy="0"/>
        </a:xfrm>
      </p:grpSpPr>
      <p:sp>
        <p:nvSpPr>
          <p:cNvPr id="364" name="Google Shape;364;p50"/>
          <p:cNvSpPr txBox="1">
            <a:spLocks noGrp="1"/>
          </p:cNvSpPr>
          <p:nvPr>
            <p:ph type="title"/>
          </p:nvPr>
        </p:nvSpPr>
        <p:spPr>
          <a:xfrm>
            <a:off x="482700" y="723900"/>
            <a:ext cx="5107800" cy="719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5500" dirty="0">
                <a:latin typeface="STIX Two Text Medium"/>
                <a:ea typeface="STIX Two Text Medium"/>
                <a:cs typeface="STIX Two Text Medium"/>
                <a:sym typeface="STIX Two Text Medium"/>
              </a:rPr>
              <a:t>Magentic-</a:t>
            </a:r>
            <a:r>
              <a:rPr lang="en" sz="5500" dirty="0">
                <a:solidFill>
                  <a:schemeClr val="accent2"/>
                </a:solidFill>
                <a:latin typeface="STIX Two Text Medium"/>
                <a:ea typeface="STIX Two Text Medium"/>
                <a:cs typeface="STIX Two Text Medium"/>
                <a:sym typeface="STIX Two Text Medium"/>
              </a:rPr>
              <a:t>One</a:t>
            </a:r>
            <a:endParaRPr sz="5500" dirty="0">
              <a:solidFill>
                <a:schemeClr val="accent2"/>
              </a:solidFill>
              <a:latin typeface="STIX Two Text Medium"/>
              <a:ea typeface="STIX Two Text Medium"/>
              <a:cs typeface="STIX Two Text Medium"/>
              <a:sym typeface="STIX Two Text Medium"/>
            </a:endParaRPr>
          </a:p>
        </p:txBody>
      </p:sp>
      <p:sp>
        <p:nvSpPr>
          <p:cNvPr id="365" name="Google Shape;365;p50"/>
          <p:cNvSpPr txBox="1"/>
          <p:nvPr/>
        </p:nvSpPr>
        <p:spPr>
          <a:xfrm>
            <a:off x="406500" y="1578250"/>
            <a:ext cx="7783200" cy="48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i="1">
                <a:solidFill>
                  <a:schemeClr val="lt1"/>
                </a:solidFill>
                <a:latin typeface="STIX Two Text Medium"/>
                <a:ea typeface="STIX Two Text Medium"/>
                <a:cs typeface="STIX Two Text Medium"/>
                <a:sym typeface="STIX Two Text Medium"/>
              </a:rPr>
              <a:t>A Generalist Multi-Agent System for Solving Complex Tasks</a:t>
            </a:r>
            <a:endParaRPr sz="2200" i="1">
              <a:solidFill>
                <a:schemeClr val="lt1"/>
              </a:solidFill>
              <a:latin typeface="STIX Two Text Medium"/>
              <a:ea typeface="STIX Two Text Medium"/>
              <a:cs typeface="STIX Two Text Medium"/>
              <a:sym typeface="STIX Two Text Medium"/>
            </a:endParaRPr>
          </a:p>
          <a:p>
            <a:pPr marL="0" lvl="0" indent="0" algn="l" rtl="0">
              <a:spcBef>
                <a:spcPts val="0"/>
              </a:spcBef>
              <a:spcAft>
                <a:spcPts val="0"/>
              </a:spcAft>
              <a:buNone/>
            </a:pPr>
            <a:endParaRPr sz="2200" i="1">
              <a:solidFill>
                <a:schemeClr val="lt1"/>
              </a:solidFill>
              <a:latin typeface="STIX Two Text Medium"/>
              <a:ea typeface="STIX Two Text Medium"/>
              <a:cs typeface="STIX Two Text Medium"/>
              <a:sym typeface="STIX Two Text Medium"/>
            </a:endParaRPr>
          </a:p>
        </p:txBody>
      </p:sp>
      <p:sp>
        <p:nvSpPr>
          <p:cNvPr id="366" name="Google Shape;366;p50"/>
          <p:cNvSpPr txBox="1"/>
          <p:nvPr/>
        </p:nvSpPr>
        <p:spPr>
          <a:xfrm>
            <a:off x="406500" y="2094775"/>
            <a:ext cx="3365100" cy="40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1"/>
                </a:solidFill>
                <a:latin typeface="STIX Two Text"/>
                <a:ea typeface="STIX Two Text"/>
                <a:cs typeface="STIX Two Text"/>
                <a:sym typeface="STIX Two Text"/>
              </a:rPr>
              <a:t>Microsoft Research AI Frontiers</a:t>
            </a:r>
            <a:endParaRPr sz="1300">
              <a:solidFill>
                <a:schemeClr val="lt1"/>
              </a:solidFill>
              <a:latin typeface="STIX Two Text"/>
              <a:ea typeface="STIX Two Text"/>
              <a:cs typeface="STIX Two Text"/>
              <a:sym typeface="STIX Two Text"/>
            </a:endParaRPr>
          </a:p>
        </p:txBody>
      </p:sp>
      <p:sp>
        <p:nvSpPr>
          <p:cNvPr id="367" name="Google Shape;367;p50"/>
          <p:cNvSpPr txBox="1"/>
          <p:nvPr/>
        </p:nvSpPr>
        <p:spPr>
          <a:xfrm>
            <a:off x="482700" y="4049600"/>
            <a:ext cx="1580400" cy="48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i="1">
                <a:solidFill>
                  <a:schemeClr val="lt1"/>
                </a:solidFill>
                <a:latin typeface="STIX Two Text Medium"/>
                <a:ea typeface="STIX Two Text Medium"/>
                <a:cs typeface="STIX Two Text Medium"/>
                <a:sym typeface="STIX Two Text Medium"/>
              </a:rPr>
              <a:t>Milestone 3</a:t>
            </a:r>
            <a:endParaRPr sz="2200" i="1">
              <a:solidFill>
                <a:schemeClr val="lt1"/>
              </a:solidFill>
              <a:latin typeface="STIX Two Text Medium"/>
              <a:ea typeface="STIX Two Text Medium"/>
              <a:cs typeface="STIX Two Text Medium"/>
              <a:sym typeface="STIX Two Text Medium"/>
            </a:endParaRPr>
          </a:p>
        </p:txBody>
      </p:sp>
      <p:sp>
        <p:nvSpPr>
          <p:cNvPr id="368" name="Google Shape;368;p50"/>
          <p:cNvSpPr txBox="1"/>
          <p:nvPr/>
        </p:nvSpPr>
        <p:spPr>
          <a:xfrm>
            <a:off x="7473075" y="4049600"/>
            <a:ext cx="1580400" cy="48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i="1">
                <a:solidFill>
                  <a:schemeClr val="lt1"/>
                </a:solidFill>
                <a:latin typeface="STIX Two Text Medium"/>
                <a:ea typeface="STIX Two Text Medium"/>
                <a:cs typeface="STIX Two Text Medium"/>
                <a:sym typeface="STIX Two Text Medium"/>
              </a:rPr>
              <a:t>Group 3</a:t>
            </a:r>
            <a:endParaRPr sz="2200" i="1">
              <a:solidFill>
                <a:schemeClr val="lt1"/>
              </a:solidFill>
              <a:latin typeface="STIX Two Text Medium"/>
              <a:ea typeface="STIX Two Text Medium"/>
              <a:cs typeface="STIX Two Text Medium"/>
              <a:sym typeface="STIX Two Text Medium"/>
            </a:endParaRPr>
          </a:p>
        </p:txBody>
      </p:sp>
      <p:sp>
        <p:nvSpPr>
          <p:cNvPr id="369" name="Google Shape;369;p50"/>
          <p:cNvSpPr txBox="1"/>
          <p:nvPr/>
        </p:nvSpPr>
        <p:spPr>
          <a:xfrm>
            <a:off x="434295" y="2500948"/>
            <a:ext cx="3365100" cy="40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1"/>
                </a:solidFill>
                <a:latin typeface="STIX Two Text"/>
                <a:ea typeface="STIX Two Text"/>
                <a:cs typeface="STIX Two Text"/>
                <a:sym typeface="STIX Two Text"/>
              </a:rPr>
              <a:t>November 2024</a:t>
            </a:r>
            <a:endParaRPr sz="1300">
              <a:solidFill>
                <a:schemeClr val="lt1"/>
              </a:solidFill>
              <a:latin typeface="STIX Two Text"/>
              <a:ea typeface="STIX Two Text"/>
              <a:cs typeface="STIX Two Text"/>
              <a:sym typeface="STIX Two Tex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73"/>
        <p:cNvGrpSpPr/>
        <p:nvPr/>
      </p:nvGrpSpPr>
      <p:grpSpPr>
        <a:xfrm>
          <a:off x="0" y="0"/>
          <a:ext cx="0" cy="0"/>
          <a:chOff x="0" y="0"/>
          <a:chExt cx="0" cy="0"/>
        </a:xfrm>
      </p:grpSpPr>
      <p:sp>
        <p:nvSpPr>
          <p:cNvPr id="374" name="Google Shape;374;p51"/>
          <p:cNvSpPr txBox="1"/>
          <p:nvPr/>
        </p:nvSpPr>
        <p:spPr>
          <a:xfrm>
            <a:off x="3556050" y="152400"/>
            <a:ext cx="1797900" cy="48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3500">
                <a:solidFill>
                  <a:schemeClr val="accent2"/>
                </a:solidFill>
                <a:latin typeface="STIX Two Text SemiBold"/>
                <a:ea typeface="STIX Two Text SemiBold"/>
                <a:cs typeface="STIX Two Text SemiBold"/>
                <a:sym typeface="STIX Two Text SemiBold"/>
              </a:rPr>
              <a:t>Age</a:t>
            </a:r>
            <a:r>
              <a:rPr lang="en" sz="3500">
                <a:solidFill>
                  <a:schemeClr val="lt2"/>
                </a:solidFill>
                <a:latin typeface="STIX Two Text SemiBold"/>
                <a:ea typeface="STIX Two Text SemiBold"/>
                <a:cs typeface="STIX Two Text SemiBold"/>
                <a:sym typeface="STIX Two Text SemiBold"/>
              </a:rPr>
              <a:t>nda</a:t>
            </a:r>
            <a:r>
              <a:rPr lang="en" sz="3500">
                <a:solidFill>
                  <a:schemeClr val="accent2"/>
                </a:solidFill>
                <a:latin typeface="STIX Two Text SemiBold"/>
                <a:ea typeface="STIX Two Text SemiBold"/>
                <a:cs typeface="STIX Two Text SemiBold"/>
                <a:sym typeface="STIX Two Text SemiBold"/>
              </a:rPr>
              <a:t> </a:t>
            </a:r>
            <a:endParaRPr sz="3500">
              <a:solidFill>
                <a:schemeClr val="accent2"/>
              </a:solidFill>
              <a:latin typeface="STIX Two Text SemiBold"/>
              <a:ea typeface="STIX Two Text SemiBold"/>
              <a:cs typeface="STIX Two Text SemiBold"/>
              <a:sym typeface="STIX Two Text SemiBold"/>
            </a:endParaRPr>
          </a:p>
        </p:txBody>
      </p:sp>
      <p:sp>
        <p:nvSpPr>
          <p:cNvPr id="375" name="Google Shape;375;p51"/>
          <p:cNvSpPr txBox="1"/>
          <p:nvPr/>
        </p:nvSpPr>
        <p:spPr>
          <a:xfrm>
            <a:off x="463625" y="909600"/>
            <a:ext cx="3986700" cy="40815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dirty="0">
              <a:solidFill>
                <a:schemeClr val="lt1"/>
              </a:solidFill>
              <a:latin typeface="STIX Two Text Medium"/>
              <a:ea typeface="STIX Two Text Medium"/>
              <a:cs typeface="STIX Two Text Medium"/>
              <a:sym typeface="STIX Two Text Medium"/>
            </a:endParaRPr>
          </a:p>
          <a:p>
            <a:pPr marL="457200" lvl="0" indent="-317500" algn="l" rtl="0">
              <a:spcBef>
                <a:spcPts val="0"/>
              </a:spcBef>
              <a:spcAft>
                <a:spcPts val="0"/>
              </a:spcAft>
              <a:buClr>
                <a:schemeClr val="lt1"/>
              </a:buClr>
              <a:buSzPts val="1400"/>
              <a:buFont typeface="STIX Two Text Medium"/>
              <a:buAutoNum type="romanUcPeriod"/>
            </a:pPr>
            <a:r>
              <a:rPr lang="en" dirty="0">
                <a:solidFill>
                  <a:schemeClr val="lt1"/>
                </a:solidFill>
                <a:latin typeface="STIX Two Text Medium"/>
                <a:ea typeface="STIX Two Text Medium"/>
                <a:cs typeface="STIX Two Text Medium"/>
                <a:sym typeface="STIX Two Text Medium"/>
              </a:rPr>
              <a:t>Problem Statement</a:t>
            </a:r>
          </a:p>
          <a:p>
            <a:pPr marL="457200" lvl="0" indent="-317500" algn="l" rtl="0">
              <a:spcBef>
                <a:spcPts val="0"/>
              </a:spcBef>
              <a:spcAft>
                <a:spcPts val="0"/>
              </a:spcAft>
              <a:buClr>
                <a:schemeClr val="lt1"/>
              </a:buClr>
              <a:buSzPts val="1400"/>
              <a:buFont typeface="STIX Two Text Medium"/>
              <a:buAutoNum type="romanUcPeriod"/>
            </a:pPr>
            <a:r>
              <a:rPr lang="en" dirty="0">
                <a:solidFill>
                  <a:schemeClr val="lt1"/>
                </a:solidFill>
                <a:latin typeface="STIX Two Text Medium"/>
                <a:ea typeface="STIX Two Text Medium"/>
                <a:cs typeface="STIX Two Text Medium"/>
                <a:sym typeface="STIX Two Text Medium"/>
              </a:rPr>
              <a:t>What is Magentic One </a:t>
            </a:r>
          </a:p>
          <a:p>
            <a:pPr marL="457200" lvl="0" indent="-317500" algn="l" rtl="0">
              <a:spcBef>
                <a:spcPts val="0"/>
              </a:spcBef>
              <a:spcAft>
                <a:spcPts val="0"/>
              </a:spcAft>
              <a:buClr>
                <a:schemeClr val="lt1"/>
              </a:buClr>
              <a:buSzPts val="1400"/>
              <a:buFont typeface="STIX Two Text Medium"/>
              <a:buAutoNum type="romanUcPeriod"/>
            </a:pPr>
            <a:r>
              <a:rPr lang="en" dirty="0">
                <a:solidFill>
                  <a:schemeClr val="lt1"/>
                </a:solidFill>
                <a:latin typeface="STIX Two Text Medium"/>
                <a:ea typeface="STIX Two Text Medium"/>
                <a:cs typeface="STIX Two Text Medium"/>
                <a:sym typeface="STIX Two Text Medium"/>
              </a:rPr>
              <a:t>Meet The Team</a:t>
            </a:r>
          </a:p>
          <a:p>
            <a:pPr marL="457200" lvl="0" indent="-317500" algn="l" rtl="0">
              <a:spcBef>
                <a:spcPts val="0"/>
              </a:spcBef>
              <a:spcAft>
                <a:spcPts val="0"/>
              </a:spcAft>
              <a:buClr>
                <a:schemeClr val="lt1"/>
              </a:buClr>
              <a:buSzPts val="1400"/>
              <a:buFont typeface="STIX Two Text Medium"/>
              <a:buAutoNum type="romanUcPeriod"/>
            </a:pPr>
            <a:r>
              <a:rPr lang="en" dirty="0">
                <a:solidFill>
                  <a:schemeClr val="lt1"/>
                </a:solidFill>
                <a:latin typeface="STIX Two Text Medium"/>
                <a:ea typeface="STIX Two Text Medium"/>
                <a:cs typeface="STIX Two Text Medium"/>
                <a:sym typeface="STIX Two Text Medium"/>
              </a:rPr>
              <a:t>Magentic-One Architecture Overview</a:t>
            </a:r>
          </a:p>
          <a:p>
            <a:pPr marL="457200" lvl="0" indent="-317500" algn="l" rtl="0">
              <a:spcBef>
                <a:spcPts val="0"/>
              </a:spcBef>
              <a:spcAft>
                <a:spcPts val="0"/>
              </a:spcAft>
              <a:buClr>
                <a:schemeClr val="lt1"/>
              </a:buClr>
              <a:buSzPts val="1400"/>
              <a:buFont typeface="STIX Two Text Medium"/>
              <a:buAutoNum type="romanUcPeriod"/>
            </a:pPr>
            <a:r>
              <a:rPr lang="en-US" dirty="0">
                <a:solidFill>
                  <a:schemeClr val="lt1"/>
                </a:solidFill>
                <a:latin typeface="STIX Two Text Medium"/>
                <a:ea typeface="STIX Two Text Medium"/>
                <a:cs typeface="STIX Two Text Medium"/>
                <a:sym typeface="STIX Two Text Medium"/>
              </a:rPr>
              <a:t>Magentic-One Orchestrator: Inner Loop Logic</a:t>
            </a:r>
          </a:p>
          <a:p>
            <a:pPr marL="457200" lvl="0" indent="-317500" algn="l" rtl="0">
              <a:spcBef>
                <a:spcPts val="0"/>
              </a:spcBef>
              <a:spcAft>
                <a:spcPts val="0"/>
              </a:spcAft>
              <a:buClr>
                <a:schemeClr val="lt1"/>
              </a:buClr>
              <a:buSzPts val="1400"/>
              <a:buFont typeface="STIX Two Text Medium"/>
              <a:buAutoNum type="romanUcPeriod"/>
            </a:pPr>
            <a:r>
              <a:rPr lang="en" dirty="0">
                <a:solidFill>
                  <a:schemeClr val="lt1"/>
                </a:solidFill>
                <a:latin typeface="STIX Two Text Medium"/>
                <a:ea typeface="STIX Two Text Medium"/>
                <a:cs typeface="STIX Two Text Medium"/>
                <a:sym typeface="STIX Two Text Medium"/>
              </a:rPr>
              <a:t>Illustrative Example</a:t>
            </a:r>
          </a:p>
          <a:p>
            <a:pPr marL="457200" lvl="0" indent="-317500" algn="l" rtl="0">
              <a:spcBef>
                <a:spcPts val="0"/>
              </a:spcBef>
              <a:spcAft>
                <a:spcPts val="0"/>
              </a:spcAft>
              <a:buClr>
                <a:schemeClr val="lt1"/>
              </a:buClr>
              <a:buSzPts val="1400"/>
              <a:buFont typeface="STIX Two Text Medium"/>
              <a:buAutoNum type="romanUcPeriod"/>
            </a:pPr>
            <a:r>
              <a:rPr lang="en" dirty="0">
                <a:solidFill>
                  <a:schemeClr val="lt1"/>
                </a:solidFill>
                <a:latin typeface="STIX Two Text Medium"/>
                <a:ea typeface="STIX Two Text Medium"/>
                <a:cs typeface="STIX Two Text Medium"/>
                <a:sym typeface="STIX Two Text Medium"/>
              </a:rPr>
              <a:t>Benchmarks and Evaluation Protocol</a:t>
            </a:r>
          </a:p>
          <a:p>
            <a:pPr marL="457200" lvl="0" indent="-317500" algn="l" rtl="0">
              <a:spcBef>
                <a:spcPts val="0"/>
              </a:spcBef>
              <a:spcAft>
                <a:spcPts val="0"/>
              </a:spcAft>
              <a:buClr>
                <a:schemeClr val="lt1"/>
              </a:buClr>
              <a:buSzPts val="1400"/>
              <a:buFont typeface="STIX Two Text Medium"/>
              <a:buAutoNum type="romanUcPeriod"/>
            </a:pPr>
            <a:r>
              <a:rPr lang="en" dirty="0">
                <a:solidFill>
                  <a:schemeClr val="lt1"/>
                </a:solidFill>
                <a:latin typeface="STIX Two Text Medium"/>
                <a:ea typeface="STIX Two Text Medium"/>
                <a:cs typeface="STIX Two Text Medium"/>
                <a:sym typeface="STIX Two Text Medium"/>
              </a:rPr>
              <a:t>Benchmarks Results</a:t>
            </a:r>
            <a:endParaRPr dirty="0">
              <a:solidFill>
                <a:schemeClr val="lt1"/>
              </a:solidFill>
              <a:latin typeface="STIX Two Text Medium"/>
              <a:ea typeface="STIX Two Text Medium"/>
              <a:cs typeface="STIX Two Text Medium"/>
              <a:sym typeface="STIX Two Text Medium"/>
            </a:endParaRPr>
          </a:p>
          <a:p>
            <a:pPr marL="457200" lvl="0" indent="0" algn="l" rtl="0">
              <a:spcBef>
                <a:spcPts val="0"/>
              </a:spcBef>
              <a:spcAft>
                <a:spcPts val="0"/>
              </a:spcAft>
              <a:buNone/>
            </a:pPr>
            <a:endParaRPr dirty="0">
              <a:solidFill>
                <a:schemeClr val="lt1"/>
              </a:solidFill>
              <a:latin typeface="STIX Two Text Medium"/>
              <a:ea typeface="STIX Two Text Medium"/>
              <a:cs typeface="STIX Two Text Medium"/>
              <a:sym typeface="STIX Two Text Medium"/>
            </a:endParaRPr>
          </a:p>
          <a:p>
            <a:pPr marL="457200" lvl="0" indent="0" algn="l" rtl="0">
              <a:spcBef>
                <a:spcPts val="0"/>
              </a:spcBef>
              <a:spcAft>
                <a:spcPts val="0"/>
              </a:spcAft>
              <a:buNone/>
            </a:pPr>
            <a:endParaRPr dirty="0">
              <a:solidFill>
                <a:schemeClr val="lt1"/>
              </a:solidFill>
              <a:latin typeface="STIX Two Text Medium"/>
              <a:ea typeface="STIX Two Text Medium"/>
              <a:cs typeface="STIX Two Text Medium"/>
              <a:sym typeface="STIX Two Text Medium"/>
            </a:endParaRPr>
          </a:p>
          <a:p>
            <a:pPr marL="457200" lvl="0" indent="0" algn="l" rtl="0">
              <a:spcBef>
                <a:spcPts val="0"/>
              </a:spcBef>
              <a:spcAft>
                <a:spcPts val="0"/>
              </a:spcAft>
              <a:buNone/>
            </a:pPr>
            <a:endParaRPr dirty="0">
              <a:solidFill>
                <a:schemeClr val="lt1"/>
              </a:solidFill>
              <a:latin typeface="STIX Two Text Medium"/>
              <a:ea typeface="STIX Two Text Medium"/>
              <a:cs typeface="STIX Two Text Medium"/>
              <a:sym typeface="STIX Two Text Medium"/>
            </a:endParaRPr>
          </a:p>
          <a:p>
            <a:pPr marL="457200" lvl="0" indent="0" algn="l" rtl="0">
              <a:spcBef>
                <a:spcPts val="0"/>
              </a:spcBef>
              <a:spcAft>
                <a:spcPts val="0"/>
              </a:spcAft>
              <a:buNone/>
            </a:pPr>
            <a:endParaRPr dirty="0">
              <a:solidFill>
                <a:schemeClr val="lt1"/>
              </a:solidFill>
              <a:latin typeface="STIX Two Text Medium"/>
              <a:ea typeface="STIX Two Text Medium"/>
              <a:cs typeface="STIX Two Text Medium"/>
              <a:sym typeface="STIX Two Text Medium"/>
            </a:endParaRPr>
          </a:p>
        </p:txBody>
      </p:sp>
      <p:sp>
        <p:nvSpPr>
          <p:cNvPr id="376" name="Google Shape;376;p51"/>
          <p:cNvSpPr txBox="1"/>
          <p:nvPr/>
        </p:nvSpPr>
        <p:spPr>
          <a:xfrm>
            <a:off x="5056475" y="1132050"/>
            <a:ext cx="3785400" cy="38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1"/>
                </a:solidFill>
                <a:latin typeface="STIX Two Text Medium"/>
                <a:ea typeface="STIX Two Text Medium"/>
                <a:cs typeface="STIX Two Text Medium"/>
                <a:sym typeface="STIX Two Text Medium"/>
              </a:rPr>
              <a:t>VIII. 	Error Analysis</a:t>
            </a:r>
            <a:endParaRPr dirty="0">
              <a:solidFill>
                <a:schemeClr val="lt1"/>
              </a:solidFill>
              <a:latin typeface="STIX Two Text Medium"/>
              <a:ea typeface="STIX Two Text Medium"/>
              <a:cs typeface="STIX Two Text Medium"/>
              <a:sym typeface="STIX Two Text Medium"/>
            </a:endParaRPr>
          </a:p>
          <a:p>
            <a:pPr marL="457200" lvl="0" indent="0" algn="l" rtl="0">
              <a:spcBef>
                <a:spcPts val="0"/>
              </a:spcBef>
              <a:spcAft>
                <a:spcPts val="0"/>
              </a:spcAft>
              <a:buNone/>
            </a:pPr>
            <a:endParaRPr dirty="0">
              <a:solidFill>
                <a:schemeClr val="lt1"/>
              </a:solidFill>
              <a:latin typeface="STIX Two Text Medium"/>
              <a:ea typeface="STIX Two Text Medium"/>
              <a:cs typeface="STIX Two Text Medium"/>
              <a:sym typeface="STIX Two Text Medium"/>
            </a:endParaRPr>
          </a:p>
          <a:p>
            <a:pPr marL="0" lvl="0" indent="0" algn="l" rtl="0">
              <a:spcBef>
                <a:spcPts val="0"/>
              </a:spcBef>
              <a:spcAft>
                <a:spcPts val="0"/>
              </a:spcAft>
              <a:buNone/>
            </a:pPr>
            <a:r>
              <a:rPr lang="en" dirty="0">
                <a:solidFill>
                  <a:schemeClr val="lt1"/>
                </a:solidFill>
                <a:latin typeface="STIX Two Text Medium"/>
                <a:ea typeface="STIX Two Text Medium"/>
                <a:cs typeface="STIX Two Text Medium"/>
                <a:sym typeface="STIX Two Text Medium"/>
              </a:rPr>
              <a:t>IX.	Ablations</a:t>
            </a:r>
            <a:endParaRPr dirty="0">
              <a:solidFill>
                <a:schemeClr val="lt1"/>
              </a:solidFill>
              <a:latin typeface="STIX Two Text Medium"/>
              <a:ea typeface="STIX Two Text Medium"/>
              <a:cs typeface="STIX Two Text Medium"/>
              <a:sym typeface="STIX Two Text Medium"/>
            </a:endParaRPr>
          </a:p>
          <a:p>
            <a:pPr marL="0" lvl="0" indent="0" algn="l" rtl="0">
              <a:spcBef>
                <a:spcPts val="0"/>
              </a:spcBef>
              <a:spcAft>
                <a:spcPts val="0"/>
              </a:spcAft>
              <a:buNone/>
            </a:pPr>
            <a:endParaRPr dirty="0">
              <a:solidFill>
                <a:schemeClr val="lt1"/>
              </a:solidFill>
              <a:latin typeface="STIX Two Text Medium"/>
              <a:ea typeface="STIX Two Text Medium"/>
              <a:cs typeface="STIX Two Text Medium"/>
              <a:sym typeface="STIX Two Text Medium"/>
            </a:endParaRPr>
          </a:p>
          <a:p>
            <a:pPr marL="0" lvl="0" indent="0" algn="l" rtl="0">
              <a:spcBef>
                <a:spcPts val="0"/>
              </a:spcBef>
              <a:spcAft>
                <a:spcPts val="0"/>
              </a:spcAft>
              <a:buNone/>
            </a:pPr>
            <a:r>
              <a:rPr lang="en" dirty="0">
                <a:solidFill>
                  <a:schemeClr val="lt1"/>
                </a:solidFill>
                <a:latin typeface="STIX Two Text Medium"/>
                <a:ea typeface="STIX Two Text Medium"/>
                <a:cs typeface="STIX Two Text Medium"/>
                <a:sym typeface="STIX Two Text Medium"/>
              </a:rPr>
              <a:t>X.	Limitations </a:t>
            </a:r>
            <a:endParaRPr dirty="0">
              <a:solidFill>
                <a:schemeClr val="lt1"/>
              </a:solidFill>
              <a:latin typeface="STIX Two Text Medium"/>
              <a:ea typeface="STIX Two Text Medium"/>
              <a:cs typeface="STIX Two Text Medium"/>
              <a:sym typeface="STIX Two Text Medium"/>
            </a:endParaRPr>
          </a:p>
          <a:p>
            <a:pPr marL="0" lvl="0" indent="0" algn="l" rtl="0">
              <a:spcBef>
                <a:spcPts val="0"/>
              </a:spcBef>
              <a:spcAft>
                <a:spcPts val="0"/>
              </a:spcAft>
              <a:buNone/>
            </a:pPr>
            <a:endParaRPr dirty="0">
              <a:solidFill>
                <a:schemeClr val="lt1"/>
              </a:solidFill>
              <a:latin typeface="STIX Two Text Medium"/>
              <a:ea typeface="STIX Two Text Medium"/>
              <a:cs typeface="STIX Two Text Medium"/>
              <a:sym typeface="STIX Two Text Medium"/>
            </a:endParaRPr>
          </a:p>
          <a:p>
            <a:pPr marL="0" lvl="0" indent="0" algn="l" rtl="0">
              <a:spcBef>
                <a:spcPts val="0"/>
              </a:spcBef>
              <a:spcAft>
                <a:spcPts val="0"/>
              </a:spcAft>
              <a:buNone/>
            </a:pPr>
            <a:r>
              <a:rPr lang="en" dirty="0">
                <a:solidFill>
                  <a:schemeClr val="lt1"/>
                </a:solidFill>
                <a:latin typeface="STIX Two Text Medium"/>
                <a:ea typeface="STIX Two Text Medium"/>
                <a:cs typeface="STIX Two Text Medium"/>
                <a:sym typeface="STIX Two Text Medium"/>
              </a:rPr>
              <a:t>XI .               Risks and Mitigations</a:t>
            </a:r>
            <a:endParaRPr dirty="0">
              <a:solidFill>
                <a:schemeClr val="lt1"/>
              </a:solidFill>
              <a:latin typeface="STIX Two Text Medium"/>
              <a:ea typeface="STIX Two Text Medium"/>
              <a:cs typeface="STIX Two Text Medium"/>
              <a:sym typeface="STIX Two Text Medium"/>
            </a:endParaRPr>
          </a:p>
          <a:p>
            <a:pPr marL="0" lvl="0" indent="0" algn="l" rtl="0">
              <a:spcBef>
                <a:spcPts val="0"/>
              </a:spcBef>
              <a:spcAft>
                <a:spcPts val="0"/>
              </a:spcAft>
              <a:buNone/>
            </a:pPr>
            <a:endParaRPr dirty="0">
              <a:solidFill>
                <a:schemeClr val="lt1"/>
              </a:solidFill>
              <a:latin typeface="STIX Two Text Medium"/>
              <a:ea typeface="STIX Two Text Medium"/>
              <a:cs typeface="STIX Two Text Medium"/>
              <a:sym typeface="STIX Two Text Medium"/>
            </a:endParaRPr>
          </a:p>
          <a:p>
            <a:pPr marL="0" lvl="0" indent="0" algn="l" rtl="0">
              <a:spcBef>
                <a:spcPts val="0"/>
              </a:spcBef>
              <a:spcAft>
                <a:spcPts val="0"/>
              </a:spcAft>
              <a:buNone/>
            </a:pPr>
            <a:r>
              <a:rPr lang="en" dirty="0">
                <a:solidFill>
                  <a:schemeClr val="lt1"/>
                </a:solidFill>
                <a:latin typeface="STIX Two Text Medium"/>
                <a:ea typeface="STIX Two Text Medium"/>
                <a:cs typeface="STIX Two Text Medium"/>
                <a:sym typeface="STIX Two Text Medium"/>
              </a:rPr>
              <a:t>XII. 	Conclusion</a:t>
            </a:r>
            <a:endParaRPr dirty="0">
              <a:solidFill>
                <a:schemeClr val="lt1"/>
              </a:solidFill>
              <a:latin typeface="STIX Two Text Medium"/>
              <a:ea typeface="STIX Two Text Medium"/>
              <a:cs typeface="STIX Two Text Medium"/>
              <a:sym typeface="STIX Two Text Medium"/>
            </a:endParaRPr>
          </a:p>
          <a:p>
            <a:pPr marL="0" lvl="0" indent="0" algn="l" rtl="0">
              <a:spcBef>
                <a:spcPts val="0"/>
              </a:spcBef>
              <a:spcAft>
                <a:spcPts val="0"/>
              </a:spcAft>
              <a:buNone/>
            </a:pPr>
            <a:endParaRPr dirty="0">
              <a:solidFill>
                <a:schemeClr val="lt1"/>
              </a:solidFill>
              <a:latin typeface="STIX Two Text Medium"/>
              <a:ea typeface="STIX Two Text Medium"/>
              <a:cs typeface="STIX Two Text Medium"/>
              <a:sym typeface="STIX Two Text Medium"/>
            </a:endParaRPr>
          </a:p>
          <a:p>
            <a:pPr marL="0" lvl="0" indent="0" algn="l" rtl="0">
              <a:spcBef>
                <a:spcPts val="0"/>
              </a:spcBef>
              <a:spcAft>
                <a:spcPts val="0"/>
              </a:spcAft>
              <a:buNone/>
            </a:pPr>
            <a:r>
              <a:rPr lang="en" dirty="0">
                <a:solidFill>
                  <a:schemeClr val="lt1"/>
                </a:solidFill>
                <a:latin typeface="STIX Two Text Medium"/>
                <a:ea typeface="STIX Two Text Medium"/>
                <a:cs typeface="STIX Two Text Medium"/>
                <a:sym typeface="STIX Two Text Medium"/>
              </a:rPr>
              <a:t>XIII.	Video Demo </a:t>
            </a:r>
            <a:endParaRPr dirty="0">
              <a:solidFill>
                <a:schemeClr val="lt1"/>
              </a:solidFill>
              <a:latin typeface="STIX Two Text Medium"/>
              <a:ea typeface="STIX Two Text Medium"/>
              <a:cs typeface="STIX Two Text Medium"/>
              <a:sym typeface="STIX Two Text Medium"/>
            </a:endParaRPr>
          </a:p>
          <a:p>
            <a:pPr marL="0" lvl="0" indent="0" algn="l" rtl="0">
              <a:spcBef>
                <a:spcPts val="0"/>
              </a:spcBef>
              <a:spcAft>
                <a:spcPts val="0"/>
              </a:spcAft>
              <a:buNone/>
            </a:pPr>
            <a:endParaRPr dirty="0">
              <a:solidFill>
                <a:schemeClr val="lt1"/>
              </a:solidFill>
              <a:latin typeface="STIX Two Text Medium"/>
              <a:ea typeface="STIX Two Text Medium"/>
              <a:cs typeface="STIX Two Text Medium"/>
              <a:sym typeface="STIX Two Text Medium"/>
            </a:endParaRPr>
          </a:p>
          <a:p>
            <a:pPr marL="0" lvl="0" indent="0" algn="l" rtl="0">
              <a:spcBef>
                <a:spcPts val="0"/>
              </a:spcBef>
              <a:spcAft>
                <a:spcPts val="0"/>
              </a:spcAft>
              <a:buNone/>
            </a:pPr>
            <a:r>
              <a:rPr lang="en" dirty="0">
                <a:solidFill>
                  <a:schemeClr val="lt1"/>
                </a:solidFill>
                <a:latin typeface="STIX Two Text Medium"/>
                <a:ea typeface="STIX Two Text Medium"/>
                <a:cs typeface="STIX Two Text Medium"/>
                <a:sym typeface="STIX Two Text Medium"/>
              </a:rPr>
              <a:t>XIV.  	References</a:t>
            </a:r>
            <a:endParaRPr dirty="0">
              <a:solidFill>
                <a:schemeClr val="lt1"/>
              </a:solidFill>
              <a:latin typeface="STIX Two Text Medium"/>
              <a:ea typeface="STIX Two Text Medium"/>
              <a:cs typeface="STIX Two Text Medium"/>
              <a:sym typeface="STIX Two Tex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80"/>
        <p:cNvGrpSpPr/>
        <p:nvPr/>
      </p:nvGrpSpPr>
      <p:grpSpPr>
        <a:xfrm>
          <a:off x="0" y="0"/>
          <a:ext cx="0" cy="0"/>
          <a:chOff x="0" y="0"/>
          <a:chExt cx="0" cy="0"/>
        </a:xfrm>
      </p:grpSpPr>
      <p:sp>
        <p:nvSpPr>
          <p:cNvPr id="381" name="Google Shape;381;p52"/>
          <p:cNvSpPr txBox="1"/>
          <p:nvPr/>
        </p:nvSpPr>
        <p:spPr>
          <a:xfrm>
            <a:off x="3461000" y="71400"/>
            <a:ext cx="2486700" cy="44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chemeClr val="lt1"/>
                </a:solidFill>
                <a:latin typeface="STIX Two Text Medium"/>
                <a:ea typeface="STIX Two Text Medium"/>
                <a:cs typeface="STIX Two Text Medium"/>
                <a:sym typeface="STIX Two Text Medium"/>
              </a:rPr>
              <a:t>Problem </a:t>
            </a:r>
            <a:r>
              <a:rPr lang="en" sz="2100">
                <a:solidFill>
                  <a:schemeClr val="accent2"/>
                </a:solidFill>
                <a:latin typeface="STIX Two Text Medium"/>
                <a:ea typeface="STIX Two Text Medium"/>
                <a:cs typeface="STIX Two Text Medium"/>
                <a:sym typeface="STIX Two Text Medium"/>
              </a:rPr>
              <a:t>Statement </a:t>
            </a:r>
            <a:endParaRPr sz="2100">
              <a:solidFill>
                <a:schemeClr val="accent2"/>
              </a:solidFill>
              <a:latin typeface="STIX Two Text Medium"/>
              <a:ea typeface="STIX Two Text Medium"/>
              <a:cs typeface="STIX Two Text Medium"/>
              <a:sym typeface="STIX Two Text Medium"/>
            </a:endParaRPr>
          </a:p>
        </p:txBody>
      </p:sp>
      <p:sp>
        <p:nvSpPr>
          <p:cNvPr id="382" name="Google Shape;382;p52"/>
          <p:cNvSpPr/>
          <p:nvPr/>
        </p:nvSpPr>
        <p:spPr>
          <a:xfrm>
            <a:off x="2012425" y="701725"/>
            <a:ext cx="5418000" cy="1300200"/>
          </a:xfrm>
          <a:prstGeom prst="roundRect">
            <a:avLst>
              <a:gd name="adj" fmla="val 16667"/>
            </a:avLst>
          </a:prstGeom>
          <a:solidFill>
            <a:srgbClr val="D9D2E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dirty="0">
                <a:latin typeface="Roboto"/>
                <a:ea typeface="Roboto"/>
                <a:cs typeface="Roboto"/>
                <a:sym typeface="Roboto"/>
              </a:rPr>
              <a:t>Real-world tasks are too complex for single AI agents:</a:t>
            </a:r>
            <a:endParaRPr b="1" dirty="0">
              <a:latin typeface="Roboto"/>
              <a:ea typeface="Roboto"/>
              <a:cs typeface="Roboto"/>
              <a:sym typeface="Roboto"/>
            </a:endParaRPr>
          </a:p>
          <a:p>
            <a:pPr marL="457200" lvl="0" indent="-317500" algn="l" rtl="0">
              <a:spcBef>
                <a:spcPts val="0"/>
              </a:spcBef>
              <a:spcAft>
                <a:spcPts val="0"/>
              </a:spcAft>
              <a:buSzPts val="1400"/>
              <a:buFont typeface="Roboto"/>
              <a:buChar char="●"/>
            </a:pPr>
            <a:r>
              <a:rPr lang="en" dirty="0">
                <a:latin typeface="Roboto"/>
                <a:ea typeface="Roboto"/>
                <a:cs typeface="Roboto"/>
                <a:sym typeface="Roboto"/>
              </a:rPr>
              <a:t>Multi-step planning and reasoning</a:t>
            </a:r>
            <a:endParaRPr dirty="0">
              <a:latin typeface="Roboto"/>
              <a:ea typeface="Roboto"/>
              <a:cs typeface="Roboto"/>
              <a:sym typeface="Roboto"/>
            </a:endParaRPr>
          </a:p>
          <a:p>
            <a:pPr marL="457200" lvl="0" indent="-317500" algn="l" rtl="0">
              <a:spcBef>
                <a:spcPts val="0"/>
              </a:spcBef>
              <a:spcAft>
                <a:spcPts val="0"/>
              </a:spcAft>
              <a:buSzPts val="1400"/>
              <a:buFont typeface="Roboto"/>
              <a:buChar char="●"/>
            </a:pPr>
            <a:r>
              <a:rPr lang="en" dirty="0">
                <a:latin typeface="Roboto"/>
                <a:ea typeface="Roboto"/>
                <a:cs typeface="Roboto"/>
                <a:sym typeface="Roboto"/>
              </a:rPr>
              <a:t>Tool use &amp; code execution</a:t>
            </a:r>
            <a:endParaRPr dirty="0">
              <a:latin typeface="Roboto"/>
              <a:ea typeface="Roboto"/>
              <a:cs typeface="Roboto"/>
              <a:sym typeface="Roboto"/>
            </a:endParaRPr>
          </a:p>
          <a:p>
            <a:pPr marL="457200" lvl="0" indent="-317500" algn="l" rtl="0">
              <a:spcBef>
                <a:spcPts val="0"/>
              </a:spcBef>
              <a:spcAft>
                <a:spcPts val="0"/>
              </a:spcAft>
              <a:buSzPts val="1400"/>
              <a:buFont typeface="Roboto"/>
              <a:buChar char="●"/>
            </a:pPr>
            <a:r>
              <a:rPr lang="en" dirty="0">
                <a:latin typeface="Roboto"/>
                <a:ea typeface="Roboto"/>
                <a:cs typeface="Roboto"/>
                <a:sym typeface="Roboto"/>
              </a:rPr>
              <a:t>Web browsing &amp; data extraction</a:t>
            </a:r>
            <a:endParaRPr dirty="0">
              <a:latin typeface="Roboto"/>
              <a:ea typeface="Roboto"/>
              <a:cs typeface="Roboto"/>
              <a:sym typeface="Roboto"/>
            </a:endParaRPr>
          </a:p>
          <a:p>
            <a:pPr marL="457200" lvl="0" indent="-317500" algn="l" rtl="0">
              <a:spcBef>
                <a:spcPts val="0"/>
              </a:spcBef>
              <a:spcAft>
                <a:spcPts val="0"/>
              </a:spcAft>
              <a:buSzPts val="1400"/>
              <a:buFont typeface="Roboto"/>
              <a:buChar char="●"/>
            </a:pPr>
            <a:r>
              <a:rPr lang="en" dirty="0">
                <a:latin typeface="Roboto"/>
                <a:ea typeface="Roboto"/>
                <a:cs typeface="Roboto"/>
                <a:sym typeface="Roboto"/>
              </a:rPr>
              <a:t>Processing various data types(PDFs,images,etc)</a:t>
            </a:r>
            <a:endParaRPr dirty="0">
              <a:latin typeface="Roboto"/>
              <a:ea typeface="Roboto"/>
              <a:cs typeface="Roboto"/>
              <a:sym typeface="Roboto"/>
            </a:endParaRPr>
          </a:p>
        </p:txBody>
      </p:sp>
      <p:sp>
        <p:nvSpPr>
          <p:cNvPr id="383" name="Google Shape;383;p52"/>
          <p:cNvSpPr/>
          <p:nvPr/>
        </p:nvSpPr>
        <p:spPr>
          <a:xfrm>
            <a:off x="166925" y="2501150"/>
            <a:ext cx="3550500" cy="20373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TIX Two Text"/>
                <a:ea typeface="STIX Two Text"/>
                <a:cs typeface="STIX Two Text"/>
                <a:sym typeface="STIX Two Text"/>
              </a:rPr>
              <a:t>Single LLM Agent </a:t>
            </a:r>
            <a:endParaRPr>
              <a:latin typeface="STIX Two Text"/>
              <a:ea typeface="STIX Two Text"/>
              <a:cs typeface="STIX Two Text"/>
              <a:sym typeface="STIX Two Text"/>
            </a:endParaRPr>
          </a:p>
          <a:p>
            <a:pPr marL="0" lvl="0" indent="0" algn="ctr" rtl="0">
              <a:spcBef>
                <a:spcPts val="0"/>
              </a:spcBef>
              <a:spcAft>
                <a:spcPts val="0"/>
              </a:spcAft>
              <a:buNone/>
            </a:pPr>
            <a:r>
              <a:rPr lang="en">
                <a:latin typeface="STIX Two Text"/>
                <a:ea typeface="STIX Two Text"/>
                <a:cs typeface="STIX Two Text"/>
                <a:sym typeface="STIX Two Text"/>
              </a:rPr>
              <a:t>(jack of all trades, master of none)</a:t>
            </a:r>
            <a:endParaRPr>
              <a:latin typeface="STIX Two Text"/>
              <a:ea typeface="STIX Two Text"/>
              <a:cs typeface="STIX Two Text"/>
              <a:sym typeface="STIX Two Text"/>
            </a:endParaRPr>
          </a:p>
          <a:p>
            <a:pPr marL="0" lvl="0" indent="0" algn="l" rtl="0">
              <a:spcBef>
                <a:spcPts val="0"/>
              </a:spcBef>
              <a:spcAft>
                <a:spcPts val="0"/>
              </a:spcAft>
              <a:buNone/>
            </a:pPr>
            <a:endParaRPr>
              <a:latin typeface="STIX Two Text"/>
              <a:ea typeface="STIX Two Text"/>
              <a:cs typeface="STIX Two Text"/>
              <a:sym typeface="STIX Two Text"/>
            </a:endParaRPr>
          </a:p>
          <a:p>
            <a:pPr marL="0" lvl="0" indent="0" algn="l" rtl="0">
              <a:spcBef>
                <a:spcPts val="0"/>
              </a:spcBef>
              <a:spcAft>
                <a:spcPts val="0"/>
              </a:spcAft>
              <a:buNone/>
            </a:pPr>
            <a:r>
              <a:rPr lang="en" sz="1500" b="1">
                <a:latin typeface="STIX Two Text"/>
                <a:ea typeface="STIX Two Text"/>
                <a:cs typeface="STIX Two Text"/>
                <a:sym typeface="STIX Two Text"/>
              </a:rPr>
              <a:t>X  </a:t>
            </a:r>
            <a:r>
              <a:rPr lang="en">
                <a:latin typeface="STIX Two Text"/>
                <a:ea typeface="STIX Two Text"/>
                <a:cs typeface="STIX Two Text"/>
                <a:sym typeface="STIX Two Text"/>
              </a:rPr>
              <a:t>Limited Reliability</a:t>
            </a:r>
            <a:endParaRPr>
              <a:latin typeface="STIX Two Text"/>
              <a:ea typeface="STIX Two Text"/>
              <a:cs typeface="STIX Two Text"/>
              <a:sym typeface="STIX Two Text"/>
            </a:endParaRPr>
          </a:p>
          <a:p>
            <a:pPr marL="0" lvl="0" indent="0" algn="l" rtl="0">
              <a:spcBef>
                <a:spcPts val="0"/>
              </a:spcBef>
              <a:spcAft>
                <a:spcPts val="0"/>
              </a:spcAft>
              <a:buNone/>
            </a:pPr>
            <a:r>
              <a:rPr lang="en" sz="1500" b="1">
                <a:latin typeface="STIX Two Text"/>
                <a:ea typeface="STIX Two Text"/>
                <a:cs typeface="STIX Two Text"/>
                <a:sym typeface="STIX Two Text"/>
              </a:rPr>
              <a:t>X  </a:t>
            </a:r>
            <a:r>
              <a:rPr lang="en">
                <a:latin typeface="STIX Two Text"/>
                <a:ea typeface="STIX Two Text"/>
                <a:cs typeface="STIX Two Text"/>
                <a:sym typeface="STIX Two Text"/>
              </a:rPr>
              <a:t>Poor modularity</a:t>
            </a:r>
            <a:endParaRPr>
              <a:latin typeface="STIX Two Text"/>
              <a:ea typeface="STIX Two Text"/>
              <a:cs typeface="STIX Two Text"/>
              <a:sym typeface="STIX Two Text"/>
            </a:endParaRPr>
          </a:p>
          <a:p>
            <a:pPr marL="0" lvl="0" indent="0" algn="l" rtl="0">
              <a:spcBef>
                <a:spcPts val="0"/>
              </a:spcBef>
              <a:spcAft>
                <a:spcPts val="0"/>
              </a:spcAft>
              <a:buNone/>
            </a:pPr>
            <a:r>
              <a:rPr lang="en" sz="1500" b="1">
                <a:latin typeface="STIX Two Text"/>
                <a:ea typeface="STIX Two Text"/>
                <a:cs typeface="STIX Two Text"/>
                <a:sym typeface="STIX Two Text"/>
              </a:rPr>
              <a:t>X  </a:t>
            </a:r>
            <a:r>
              <a:rPr lang="en">
                <a:latin typeface="STIX Two Text"/>
                <a:ea typeface="STIX Two Text"/>
                <a:cs typeface="STIX Two Text"/>
                <a:sym typeface="STIX Two Text"/>
              </a:rPr>
              <a:t>Inefficient for complex tas</a:t>
            </a:r>
            <a:r>
              <a:rPr lang="en">
                <a:latin typeface="Roboto"/>
                <a:ea typeface="Roboto"/>
                <a:cs typeface="Roboto"/>
                <a:sym typeface="Roboto"/>
              </a:rPr>
              <a:t>ks</a:t>
            </a:r>
            <a:endParaRPr>
              <a:latin typeface="Roboto"/>
              <a:ea typeface="Roboto"/>
              <a:cs typeface="Roboto"/>
              <a:sym typeface="Roboto"/>
            </a:endParaRPr>
          </a:p>
        </p:txBody>
      </p:sp>
      <p:sp>
        <p:nvSpPr>
          <p:cNvPr id="384" name="Google Shape;384;p52"/>
          <p:cNvSpPr/>
          <p:nvPr/>
        </p:nvSpPr>
        <p:spPr>
          <a:xfrm>
            <a:off x="3717425" y="2941150"/>
            <a:ext cx="2571600" cy="520200"/>
          </a:xfrm>
          <a:prstGeom prst="curvedDownArrow">
            <a:avLst>
              <a:gd name="adj1" fmla="val 0"/>
              <a:gd name="adj2" fmla="val 103172"/>
              <a:gd name="adj3" fmla="val 69449"/>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85" name="Google Shape;385;p52"/>
          <p:cNvSpPr txBox="1"/>
          <p:nvPr/>
        </p:nvSpPr>
        <p:spPr>
          <a:xfrm>
            <a:off x="3883375" y="2522050"/>
            <a:ext cx="2355000" cy="41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2"/>
                </a:solidFill>
                <a:latin typeface="STIX Two Text"/>
                <a:ea typeface="STIX Two Text"/>
                <a:cs typeface="STIX Two Text"/>
                <a:sym typeface="STIX Two Text"/>
              </a:rPr>
              <a:t>Struggles with complexity</a:t>
            </a:r>
            <a:endParaRPr sz="1200" b="1">
              <a:solidFill>
                <a:schemeClr val="accent2"/>
              </a:solidFill>
              <a:latin typeface="STIX Two Text"/>
              <a:ea typeface="STIX Two Text"/>
              <a:cs typeface="STIX Two Text"/>
              <a:sym typeface="STIX Two Text"/>
            </a:endParaRPr>
          </a:p>
        </p:txBody>
      </p:sp>
      <p:sp>
        <p:nvSpPr>
          <p:cNvPr id="386" name="Google Shape;386;p52"/>
          <p:cNvSpPr/>
          <p:nvPr/>
        </p:nvSpPr>
        <p:spPr>
          <a:xfrm>
            <a:off x="6289050" y="2478800"/>
            <a:ext cx="2355000" cy="2311800"/>
          </a:xfrm>
          <a:prstGeom prst="roundRect">
            <a:avLst>
              <a:gd name="adj" fmla="val 16667"/>
            </a:avLst>
          </a:prstGeom>
          <a:solidFill>
            <a:srgbClr val="EAD1D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latin typeface="STIX Two Text Medium"/>
                <a:ea typeface="STIX Two Text Medium"/>
                <a:cs typeface="STIX Two Text Medium"/>
                <a:sym typeface="STIX Two Text Medium"/>
              </a:rPr>
              <a:t>Complex Tasks</a:t>
            </a:r>
            <a:endParaRPr sz="1500">
              <a:latin typeface="STIX Two Text Medium"/>
              <a:ea typeface="STIX Two Text Medium"/>
              <a:cs typeface="STIX Two Text Medium"/>
              <a:sym typeface="STIX Two Text Medium"/>
            </a:endParaRPr>
          </a:p>
          <a:p>
            <a:pPr marL="0" lvl="0" indent="0" algn="ctr" rtl="0">
              <a:spcBef>
                <a:spcPts val="0"/>
              </a:spcBef>
              <a:spcAft>
                <a:spcPts val="0"/>
              </a:spcAft>
              <a:buNone/>
            </a:pPr>
            <a:endParaRPr sz="1500">
              <a:latin typeface="STIX Two Text Medium"/>
              <a:ea typeface="STIX Two Text Medium"/>
              <a:cs typeface="STIX Two Text Medium"/>
              <a:sym typeface="STIX Two Text Medium"/>
            </a:endParaRPr>
          </a:p>
          <a:p>
            <a:pPr marL="457200" lvl="0" indent="-304800" algn="l" rtl="0">
              <a:spcBef>
                <a:spcPts val="0"/>
              </a:spcBef>
              <a:spcAft>
                <a:spcPts val="0"/>
              </a:spcAft>
              <a:buSzPts val="1200"/>
              <a:buFont typeface="STIX Two Text Medium"/>
              <a:buChar char="●"/>
            </a:pPr>
            <a:r>
              <a:rPr lang="en" sz="1200">
                <a:latin typeface="STIX Two Text Medium"/>
                <a:ea typeface="STIX Two Text Medium"/>
                <a:cs typeface="STIX Two Text Medium"/>
                <a:sym typeface="STIX Two Text Medium"/>
              </a:rPr>
              <a:t>Web research</a:t>
            </a:r>
            <a:endParaRPr sz="1200">
              <a:latin typeface="STIX Two Text Medium"/>
              <a:ea typeface="STIX Two Text Medium"/>
              <a:cs typeface="STIX Two Text Medium"/>
              <a:sym typeface="STIX Two Text Medium"/>
            </a:endParaRPr>
          </a:p>
          <a:p>
            <a:pPr marL="457200" lvl="0" indent="-304800" algn="l" rtl="0">
              <a:spcBef>
                <a:spcPts val="0"/>
              </a:spcBef>
              <a:spcAft>
                <a:spcPts val="0"/>
              </a:spcAft>
              <a:buSzPts val="1200"/>
              <a:buFont typeface="STIX Two Text Medium"/>
              <a:buChar char="●"/>
            </a:pPr>
            <a:r>
              <a:rPr lang="en" sz="1200">
                <a:latin typeface="STIX Two Text Medium"/>
                <a:ea typeface="STIX Two Text Medium"/>
                <a:cs typeface="STIX Two Text Medium"/>
                <a:sym typeface="STIX Two Text Medium"/>
              </a:rPr>
              <a:t>Data Analysis</a:t>
            </a:r>
            <a:endParaRPr sz="1200">
              <a:latin typeface="STIX Two Text Medium"/>
              <a:ea typeface="STIX Two Text Medium"/>
              <a:cs typeface="STIX Two Text Medium"/>
              <a:sym typeface="STIX Two Text Medium"/>
            </a:endParaRPr>
          </a:p>
          <a:p>
            <a:pPr marL="457200" lvl="0" indent="-304800" algn="l" rtl="0">
              <a:spcBef>
                <a:spcPts val="0"/>
              </a:spcBef>
              <a:spcAft>
                <a:spcPts val="0"/>
              </a:spcAft>
              <a:buSzPts val="1200"/>
              <a:buFont typeface="STIX Two Text Medium"/>
              <a:buChar char="●"/>
            </a:pPr>
            <a:r>
              <a:rPr lang="en" sz="1200">
                <a:latin typeface="STIX Two Text Medium"/>
                <a:ea typeface="STIX Two Text Medium"/>
                <a:cs typeface="STIX Two Text Medium"/>
                <a:sym typeface="STIX Two Text Medium"/>
              </a:rPr>
              <a:t>Code Generation</a:t>
            </a:r>
            <a:endParaRPr sz="1200">
              <a:latin typeface="STIX Two Text Medium"/>
              <a:ea typeface="STIX Two Text Medium"/>
              <a:cs typeface="STIX Two Text Medium"/>
              <a:sym typeface="STIX Two Text Medium"/>
            </a:endParaRPr>
          </a:p>
          <a:p>
            <a:pPr marL="457200" lvl="0" indent="-304800" algn="l" rtl="0">
              <a:spcBef>
                <a:spcPts val="0"/>
              </a:spcBef>
              <a:spcAft>
                <a:spcPts val="0"/>
              </a:spcAft>
              <a:buSzPts val="1200"/>
              <a:buFont typeface="STIX Two Text Medium"/>
              <a:buChar char="●"/>
            </a:pPr>
            <a:r>
              <a:rPr lang="en" sz="1200">
                <a:latin typeface="STIX Two Text Medium"/>
                <a:ea typeface="STIX Two Text Medium"/>
                <a:cs typeface="STIX Two Text Medium"/>
                <a:sym typeface="STIX Two Text Medium"/>
              </a:rPr>
              <a:t>File Processing</a:t>
            </a:r>
            <a:endParaRPr sz="1200">
              <a:latin typeface="STIX Two Text Medium"/>
              <a:ea typeface="STIX Two Text Medium"/>
              <a:cs typeface="STIX Two Text Medium"/>
              <a:sym typeface="STIX Two Text Medium"/>
            </a:endParaRPr>
          </a:p>
          <a:p>
            <a:pPr marL="457200" lvl="0" indent="-304800" algn="l" rtl="0">
              <a:spcBef>
                <a:spcPts val="0"/>
              </a:spcBef>
              <a:spcAft>
                <a:spcPts val="0"/>
              </a:spcAft>
              <a:buSzPts val="1200"/>
              <a:buFont typeface="STIX Two Text Medium"/>
              <a:buChar char="●"/>
            </a:pPr>
            <a:r>
              <a:rPr lang="en" sz="1200">
                <a:latin typeface="STIX Two Text Medium"/>
                <a:ea typeface="STIX Two Text Medium"/>
                <a:cs typeface="STIX Two Text Medium"/>
                <a:sym typeface="STIX Two Text Medium"/>
              </a:rPr>
              <a:t>Multi-step Workflow</a:t>
            </a:r>
            <a:endParaRPr sz="1200">
              <a:latin typeface="STIX Two Text Medium"/>
              <a:ea typeface="STIX Two Text Medium"/>
              <a:cs typeface="STIX Two Text Medium"/>
              <a:sym typeface="STIX Two Text Medium"/>
            </a:endParaRPr>
          </a:p>
          <a:p>
            <a:pPr marL="457200" lvl="0" indent="-304800" algn="l" rtl="0">
              <a:spcBef>
                <a:spcPts val="0"/>
              </a:spcBef>
              <a:spcAft>
                <a:spcPts val="0"/>
              </a:spcAft>
              <a:buSzPts val="1200"/>
              <a:buFont typeface="STIX Two Text Medium"/>
              <a:buChar char="●"/>
            </a:pPr>
            <a:r>
              <a:rPr lang="en" sz="1200">
                <a:latin typeface="STIX Two Text Medium"/>
                <a:ea typeface="STIX Two Text Medium"/>
                <a:cs typeface="STIX Two Text Medium"/>
                <a:sym typeface="STIX Two Text Medium"/>
              </a:rPr>
              <a:t>Complex Reasoning</a:t>
            </a:r>
            <a:endParaRPr sz="1200">
              <a:latin typeface="STIX Two Text Medium"/>
              <a:ea typeface="STIX Two Text Medium"/>
              <a:cs typeface="STIX Two Text Medium"/>
              <a:sym typeface="STIX Two Text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82"/>
                                        </p:tgtEl>
                                        <p:attrNameLst>
                                          <p:attrName>style.visibility</p:attrName>
                                        </p:attrNameLst>
                                      </p:cBhvr>
                                      <p:to>
                                        <p:strVal val="visible"/>
                                      </p:to>
                                    </p:set>
                                    <p:animEffect transition="in" filter="fade">
                                      <p:cBhvr>
                                        <p:cTn id="11" dur="1000"/>
                                        <p:tgtEl>
                                          <p:spTgt spid="382"/>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383"/>
                                        </p:tgtEl>
                                        <p:attrNameLst>
                                          <p:attrName>style.visibility</p:attrName>
                                        </p:attrNameLst>
                                      </p:cBhvr>
                                      <p:to>
                                        <p:strVal val="visible"/>
                                      </p:to>
                                    </p:set>
                                    <p:anim calcmode="lin" valueType="num">
                                      <p:cBhvr additive="base">
                                        <p:cTn id="16" dur="1000"/>
                                        <p:tgtEl>
                                          <p:spTgt spid="383"/>
                                        </p:tgtEl>
                                        <p:attrNameLst>
                                          <p:attrName>ppt_x</p:attrName>
                                        </p:attrNameLst>
                                      </p:cBhvr>
                                      <p:tavLst>
                                        <p:tav tm="0">
                                          <p:val>
                                            <p:strVal val="#ppt_x-1"/>
                                          </p:val>
                                        </p:tav>
                                        <p:tav tm="100000">
                                          <p:val>
                                            <p:strVal val="#ppt_x"/>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8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386"/>
                                        </p:tgtEl>
                                        <p:attrNameLst>
                                          <p:attrName>style.visibility</p:attrName>
                                        </p:attrNameLst>
                                      </p:cBhvr>
                                      <p:to>
                                        <p:strVal val="visible"/>
                                      </p:to>
                                    </p:set>
                                    <p:anim calcmode="lin" valueType="num">
                                      <p:cBhvr additive="base">
                                        <p:cTn id="27" dur="1000"/>
                                        <p:tgtEl>
                                          <p:spTgt spid="38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90"/>
        <p:cNvGrpSpPr/>
        <p:nvPr/>
      </p:nvGrpSpPr>
      <p:grpSpPr>
        <a:xfrm>
          <a:off x="0" y="0"/>
          <a:ext cx="0" cy="0"/>
          <a:chOff x="0" y="0"/>
          <a:chExt cx="0" cy="0"/>
        </a:xfrm>
      </p:grpSpPr>
      <p:sp>
        <p:nvSpPr>
          <p:cNvPr id="391" name="Google Shape;391;p53"/>
          <p:cNvSpPr txBox="1"/>
          <p:nvPr/>
        </p:nvSpPr>
        <p:spPr>
          <a:xfrm>
            <a:off x="3018225" y="-127907"/>
            <a:ext cx="3196800" cy="48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2100" dirty="0">
                <a:solidFill>
                  <a:schemeClr val="lt1"/>
                </a:solidFill>
                <a:latin typeface="STIX Two Text Medium"/>
                <a:ea typeface="STIX Two Text Medium"/>
                <a:cs typeface="STIX Two Text Medium"/>
                <a:sym typeface="STIX Two Text Medium"/>
              </a:rPr>
              <a:t>What is Magentic-</a:t>
            </a:r>
            <a:r>
              <a:rPr lang="en" sz="2100" dirty="0">
                <a:solidFill>
                  <a:schemeClr val="accent2"/>
                </a:solidFill>
                <a:latin typeface="STIX Two Text Medium"/>
                <a:ea typeface="STIX Two Text Medium"/>
                <a:cs typeface="STIX Two Text Medium"/>
                <a:sym typeface="STIX Two Text Medium"/>
              </a:rPr>
              <a:t>One</a:t>
            </a:r>
            <a:r>
              <a:rPr lang="en" sz="2100" dirty="0">
                <a:solidFill>
                  <a:schemeClr val="lt1"/>
                </a:solidFill>
                <a:latin typeface="STIX Two Text Medium"/>
                <a:ea typeface="STIX Two Text Medium"/>
                <a:cs typeface="STIX Two Text Medium"/>
                <a:sym typeface="STIX Two Text Medium"/>
              </a:rPr>
              <a:t>?</a:t>
            </a:r>
            <a:endParaRPr sz="2100" dirty="0">
              <a:solidFill>
                <a:schemeClr val="lt1"/>
              </a:solidFill>
              <a:latin typeface="STIX Two Text Medium"/>
              <a:ea typeface="STIX Two Text Medium"/>
              <a:cs typeface="STIX Two Text Medium"/>
              <a:sym typeface="STIX Two Text Medium"/>
            </a:endParaRPr>
          </a:p>
        </p:txBody>
      </p:sp>
      <p:sp>
        <p:nvSpPr>
          <p:cNvPr id="392" name="Google Shape;392;p53"/>
          <p:cNvSpPr/>
          <p:nvPr/>
        </p:nvSpPr>
        <p:spPr>
          <a:xfrm>
            <a:off x="523700" y="3242600"/>
            <a:ext cx="3608100" cy="1746300"/>
          </a:xfrm>
          <a:prstGeom prst="roundRect">
            <a:avLst>
              <a:gd name="adj" fmla="val 16667"/>
            </a:avLst>
          </a:prstGeom>
          <a:solidFill>
            <a:srgbClr val="E6B8A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Roboto"/>
              <a:ea typeface="Roboto"/>
              <a:cs typeface="Roboto"/>
              <a:sym typeface="Roboto"/>
            </a:endParaRPr>
          </a:p>
          <a:p>
            <a:pPr marL="0" lvl="0" indent="0" algn="ctr" rtl="0">
              <a:spcBef>
                <a:spcPts val="0"/>
              </a:spcBef>
              <a:spcAft>
                <a:spcPts val="0"/>
              </a:spcAft>
              <a:buNone/>
            </a:pPr>
            <a:endParaRPr sz="1200">
              <a:latin typeface="Roboto"/>
              <a:ea typeface="Roboto"/>
              <a:cs typeface="Roboto"/>
              <a:sym typeface="Roboto"/>
            </a:endParaRPr>
          </a:p>
          <a:p>
            <a:pPr marL="0" lvl="0" indent="0" algn="ctr" rtl="0">
              <a:spcBef>
                <a:spcPts val="0"/>
              </a:spcBef>
              <a:spcAft>
                <a:spcPts val="0"/>
              </a:spcAft>
              <a:buNone/>
            </a:pPr>
            <a:endParaRPr sz="1200">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 </a:t>
            </a:r>
            <a:r>
              <a:rPr lang="en" sz="1200" b="1">
                <a:latin typeface="Roboto"/>
                <a:ea typeface="Roboto"/>
                <a:cs typeface="Roboto"/>
                <a:sym typeface="Roboto"/>
              </a:rPr>
              <a:t>Modern Interface &amp; Results</a:t>
            </a:r>
            <a:endParaRPr sz="1200" b="1">
              <a:latin typeface="Roboto"/>
              <a:ea typeface="Roboto"/>
              <a:cs typeface="Roboto"/>
              <a:sym typeface="Roboto"/>
            </a:endParaRPr>
          </a:p>
          <a:p>
            <a:pPr marL="0" lvl="0" indent="0" algn="ctr" rtl="0">
              <a:spcBef>
                <a:spcPts val="0"/>
              </a:spcBef>
              <a:spcAft>
                <a:spcPts val="0"/>
              </a:spcAft>
              <a:buNone/>
            </a:pPr>
            <a:endParaRPr sz="1200">
              <a:latin typeface="Roboto"/>
              <a:ea typeface="Roboto"/>
              <a:cs typeface="Roboto"/>
              <a:sym typeface="Roboto"/>
            </a:endParaRPr>
          </a:p>
          <a:p>
            <a:pPr marL="0" lvl="0" indent="0" algn="ctr" rtl="0">
              <a:spcBef>
                <a:spcPts val="0"/>
              </a:spcBef>
              <a:spcAft>
                <a:spcPts val="0"/>
              </a:spcAft>
              <a:buNone/>
            </a:pPr>
            <a:r>
              <a:rPr lang="en" sz="1200" b="1">
                <a:latin typeface="Roboto"/>
                <a:ea typeface="Roboto"/>
                <a:cs typeface="Roboto"/>
                <a:sym typeface="Roboto"/>
              </a:rPr>
              <a:t>Early releases</a:t>
            </a:r>
            <a:r>
              <a:rPr lang="en" sz="1200">
                <a:latin typeface="Roboto"/>
                <a:ea typeface="Roboto"/>
                <a:cs typeface="Roboto"/>
                <a:sym typeface="Roboto"/>
              </a:rPr>
              <a:t>: Results provided as raw logs and structured outputs for manual review.</a:t>
            </a:r>
            <a:endParaRPr sz="1200">
              <a:latin typeface="Roboto"/>
              <a:ea typeface="Roboto"/>
              <a:cs typeface="Roboto"/>
              <a:sym typeface="Roboto"/>
            </a:endParaRPr>
          </a:p>
          <a:p>
            <a:pPr marL="0" lvl="0" indent="0" algn="ctr" rtl="0">
              <a:spcBef>
                <a:spcPts val="0"/>
              </a:spcBef>
              <a:spcAft>
                <a:spcPts val="0"/>
              </a:spcAft>
              <a:buNone/>
            </a:pPr>
            <a:endParaRPr sz="1200">
              <a:latin typeface="Roboto"/>
              <a:ea typeface="Roboto"/>
              <a:cs typeface="Roboto"/>
              <a:sym typeface="Roboto"/>
            </a:endParaRPr>
          </a:p>
          <a:p>
            <a:pPr marL="0" lvl="0" indent="0" algn="ctr" rtl="0">
              <a:spcBef>
                <a:spcPts val="0"/>
              </a:spcBef>
              <a:spcAft>
                <a:spcPts val="0"/>
              </a:spcAft>
              <a:buNone/>
            </a:pPr>
            <a:r>
              <a:rPr lang="en" sz="1200" b="1">
                <a:latin typeface="Roboto"/>
                <a:ea typeface="Roboto"/>
                <a:cs typeface="Roboto"/>
                <a:sym typeface="Roboto"/>
              </a:rPr>
              <a:t>Now</a:t>
            </a:r>
            <a:r>
              <a:rPr lang="en" sz="1200">
                <a:latin typeface="Roboto"/>
                <a:ea typeface="Roboto"/>
                <a:cs typeface="Roboto"/>
                <a:sym typeface="Roboto"/>
              </a:rPr>
              <a:t>: Includes Magnetic UI—an interactive interface for analyzing and managing multi-agent results.</a:t>
            </a:r>
            <a:endParaRPr sz="1200">
              <a:latin typeface="Roboto"/>
              <a:ea typeface="Roboto"/>
              <a:cs typeface="Roboto"/>
              <a:sym typeface="Roboto"/>
            </a:endParaRPr>
          </a:p>
          <a:p>
            <a:pPr marL="0" lvl="0" indent="0" algn="ctr" rtl="0">
              <a:spcBef>
                <a:spcPts val="0"/>
              </a:spcBef>
              <a:spcAft>
                <a:spcPts val="0"/>
              </a:spcAft>
              <a:buNone/>
            </a:pPr>
            <a:endParaRPr sz="1200">
              <a:latin typeface="Roboto"/>
              <a:ea typeface="Roboto"/>
              <a:cs typeface="Roboto"/>
              <a:sym typeface="Roboto"/>
            </a:endParaRPr>
          </a:p>
          <a:p>
            <a:pPr marL="0" lvl="0" indent="0" algn="ctr" rtl="0">
              <a:spcBef>
                <a:spcPts val="0"/>
              </a:spcBef>
              <a:spcAft>
                <a:spcPts val="0"/>
              </a:spcAft>
              <a:buNone/>
            </a:pPr>
            <a:endParaRPr sz="1200">
              <a:latin typeface="Roboto"/>
              <a:ea typeface="Roboto"/>
              <a:cs typeface="Roboto"/>
              <a:sym typeface="Roboto"/>
            </a:endParaRPr>
          </a:p>
          <a:p>
            <a:pPr marL="0" lvl="0" indent="0" algn="ctr" rtl="0">
              <a:spcBef>
                <a:spcPts val="0"/>
              </a:spcBef>
              <a:spcAft>
                <a:spcPts val="0"/>
              </a:spcAft>
              <a:buNone/>
            </a:pPr>
            <a:endParaRPr sz="1200">
              <a:latin typeface="Roboto"/>
              <a:ea typeface="Roboto"/>
              <a:cs typeface="Roboto"/>
              <a:sym typeface="Roboto"/>
            </a:endParaRPr>
          </a:p>
        </p:txBody>
      </p:sp>
      <p:sp>
        <p:nvSpPr>
          <p:cNvPr id="393" name="Google Shape;393;p53"/>
          <p:cNvSpPr/>
          <p:nvPr/>
        </p:nvSpPr>
        <p:spPr>
          <a:xfrm>
            <a:off x="4694475" y="3242600"/>
            <a:ext cx="3838800" cy="1746300"/>
          </a:xfrm>
          <a:prstGeom prst="roundRect">
            <a:avLst>
              <a:gd name="adj" fmla="val 16667"/>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 </a:t>
            </a:r>
            <a:r>
              <a:rPr lang="en" sz="1200" b="1">
                <a:latin typeface="Roboto"/>
                <a:ea typeface="Roboto"/>
                <a:cs typeface="Roboto"/>
                <a:sym typeface="Roboto"/>
              </a:rPr>
              <a:t>Open Source &amp; Research-Oriented</a:t>
            </a:r>
            <a:endParaRPr sz="1200" b="1">
              <a:latin typeface="Roboto"/>
              <a:ea typeface="Roboto"/>
              <a:cs typeface="Roboto"/>
              <a:sym typeface="Roboto"/>
            </a:endParaRPr>
          </a:p>
          <a:p>
            <a:pPr marL="0" lvl="0" indent="0" algn="ctr" rtl="0">
              <a:spcBef>
                <a:spcPts val="0"/>
              </a:spcBef>
              <a:spcAft>
                <a:spcPts val="0"/>
              </a:spcAft>
              <a:buNone/>
            </a:pPr>
            <a:endParaRPr sz="1200">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Fully </a:t>
            </a:r>
            <a:r>
              <a:rPr lang="en" sz="1200" b="1">
                <a:latin typeface="Roboto"/>
                <a:ea typeface="Roboto"/>
                <a:cs typeface="Roboto"/>
                <a:sym typeface="Roboto"/>
              </a:rPr>
              <a:t>open-source</a:t>
            </a:r>
            <a:r>
              <a:rPr lang="en" sz="1200">
                <a:latin typeface="Roboto"/>
                <a:ea typeface="Roboto"/>
                <a:cs typeface="Roboto"/>
                <a:sym typeface="Roboto"/>
              </a:rPr>
              <a:t> codebase and evaluation tools.</a:t>
            </a:r>
            <a:endParaRPr sz="1200">
              <a:latin typeface="Roboto"/>
              <a:ea typeface="Roboto"/>
              <a:cs typeface="Roboto"/>
              <a:sym typeface="Roboto"/>
            </a:endParaRPr>
          </a:p>
          <a:p>
            <a:pPr marL="0" lvl="0" indent="0" algn="ctr" rtl="0">
              <a:spcBef>
                <a:spcPts val="0"/>
              </a:spcBef>
              <a:spcAft>
                <a:spcPts val="0"/>
              </a:spcAft>
              <a:buNone/>
            </a:pPr>
            <a:endParaRPr sz="1200">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Built for research, transparency, and easy extension by the AI community.</a:t>
            </a:r>
            <a:endParaRPr sz="1200">
              <a:latin typeface="Roboto"/>
              <a:ea typeface="Roboto"/>
              <a:cs typeface="Roboto"/>
              <a:sym typeface="Roboto"/>
            </a:endParaRPr>
          </a:p>
          <a:p>
            <a:pPr marL="0" lvl="0" indent="0" algn="ctr" rtl="0">
              <a:spcBef>
                <a:spcPts val="0"/>
              </a:spcBef>
              <a:spcAft>
                <a:spcPts val="0"/>
              </a:spcAft>
              <a:buNone/>
            </a:pPr>
            <a:endParaRPr sz="1200">
              <a:latin typeface="Roboto"/>
              <a:ea typeface="Roboto"/>
              <a:cs typeface="Roboto"/>
              <a:sym typeface="Roboto"/>
            </a:endParaRPr>
          </a:p>
          <a:p>
            <a:pPr marL="0" lvl="0" indent="0" algn="ctr" rtl="0">
              <a:spcBef>
                <a:spcPts val="0"/>
              </a:spcBef>
              <a:spcAft>
                <a:spcPts val="0"/>
              </a:spcAft>
              <a:buNone/>
            </a:pPr>
            <a:endParaRPr sz="1200">
              <a:latin typeface="Roboto"/>
              <a:ea typeface="Roboto"/>
              <a:cs typeface="Roboto"/>
              <a:sym typeface="Roboto"/>
            </a:endParaRPr>
          </a:p>
        </p:txBody>
      </p:sp>
      <p:sp>
        <p:nvSpPr>
          <p:cNvPr id="394" name="Google Shape;394;p53"/>
          <p:cNvSpPr/>
          <p:nvPr/>
        </p:nvSpPr>
        <p:spPr>
          <a:xfrm>
            <a:off x="1461975" y="558900"/>
            <a:ext cx="6018000" cy="1183200"/>
          </a:xfrm>
          <a:prstGeom prst="roundRect">
            <a:avLst>
              <a:gd name="adj" fmla="val 16667"/>
            </a:avLst>
          </a:prstGeom>
          <a:solidFill>
            <a:srgbClr val="FCE5CD"/>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dirty="0">
              <a:latin typeface="Roboto"/>
              <a:ea typeface="Roboto"/>
              <a:cs typeface="Roboto"/>
              <a:sym typeface="Roboto"/>
            </a:endParaRPr>
          </a:p>
          <a:p>
            <a:pPr marL="0" lvl="0" indent="0" algn="ctr" rtl="0">
              <a:spcBef>
                <a:spcPts val="0"/>
              </a:spcBef>
              <a:spcAft>
                <a:spcPts val="0"/>
              </a:spcAft>
              <a:buNone/>
            </a:pPr>
            <a:r>
              <a:rPr lang="en" sz="1200" dirty="0">
                <a:latin typeface="Roboto"/>
                <a:ea typeface="Roboto"/>
                <a:cs typeface="Roboto"/>
                <a:sym typeface="Roboto"/>
              </a:rPr>
              <a:t>🧠 </a:t>
            </a:r>
            <a:r>
              <a:rPr lang="en" sz="1200" b="1" dirty="0">
                <a:latin typeface="Roboto"/>
                <a:ea typeface="Roboto"/>
                <a:cs typeface="Roboto"/>
                <a:sym typeface="Roboto"/>
              </a:rPr>
              <a:t>Generalist Multi-Agent System (MAS)</a:t>
            </a:r>
            <a:endParaRPr sz="1200" b="1" dirty="0">
              <a:latin typeface="Roboto"/>
              <a:ea typeface="Roboto"/>
              <a:cs typeface="Roboto"/>
              <a:sym typeface="Roboto"/>
            </a:endParaRPr>
          </a:p>
          <a:p>
            <a:pPr marL="0" lvl="0" indent="0" algn="ctr" rtl="0">
              <a:spcBef>
                <a:spcPts val="0"/>
              </a:spcBef>
              <a:spcAft>
                <a:spcPts val="0"/>
              </a:spcAft>
              <a:buNone/>
            </a:pPr>
            <a:endParaRPr sz="1200" b="1" dirty="0">
              <a:latin typeface="Roboto"/>
              <a:ea typeface="Roboto"/>
              <a:cs typeface="Roboto"/>
              <a:sym typeface="Roboto"/>
            </a:endParaRPr>
          </a:p>
          <a:p>
            <a:pPr marL="0" lvl="0" indent="0" algn="ctr" rtl="0">
              <a:spcBef>
                <a:spcPts val="0"/>
              </a:spcBef>
              <a:spcAft>
                <a:spcPts val="0"/>
              </a:spcAft>
              <a:buNone/>
            </a:pPr>
            <a:r>
              <a:rPr lang="en" sz="1200" dirty="0">
                <a:latin typeface="Roboto"/>
                <a:ea typeface="Roboto"/>
                <a:cs typeface="Roboto"/>
                <a:sym typeface="Roboto"/>
              </a:rPr>
              <a:t>Coordinates a team of </a:t>
            </a:r>
            <a:r>
              <a:rPr lang="en" sz="1200" b="1" dirty="0">
                <a:latin typeface="Roboto"/>
                <a:ea typeface="Roboto"/>
                <a:cs typeface="Roboto"/>
                <a:sym typeface="Roboto"/>
              </a:rPr>
              <a:t>specialized LLM-based agents</a:t>
            </a:r>
            <a:r>
              <a:rPr lang="en" sz="1200" dirty="0">
                <a:latin typeface="Roboto"/>
                <a:ea typeface="Roboto"/>
                <a:cs typeface="Roboto"/>
                <a:sym typeface="Roboto"/>
              </a:rPr>
              <a:t>—such as coder, webSurfer, and file handler—to solve complex, real-world tasks.</a:t>
            </a:r>
            <a:endParaRPr sz="1200" dirty="0">
              <a:latin typeface="Roboto"/>
              <a:ea typeface="Roboto"/>
              <a:cs typeface="Roboto"/>
              <a:sym typeface="Roboto"/>
            </a:endParaRPr>
          </a:p>
          <a:p>
            <a:pPr marL="0" lvl="0" indent="0" algn="l" rtl="0">
              <a:spcBef>
                <a:spcPts val="0"/>
              </a:spcBef>
              <a:spcAft>
                <a:spcPts val="0"/>
              </a:spcAft>
              <a:buNone/>
            </a:pPr>
            <a:endParaRPr sz="1200" dirty="0">
              <a:latin typeface="Roboto"/>
              <a:ea typeface="Roboto"/>
              <a:cs typeface="Roboto"/>
              <a:sym typeface="Roboto"/>
            </a:endParaRPr>
          </a:p>
        </p:txBody>
      </p:sp>
      <p:sp>
        <p:nvSpPr>
          <p:cNvPr id="395" name="Google Shape;395;p53"/>
          <p:cNvSpPr/>
          <p:nvPr/>
        </p:nvSpPr>
        <p:spPr>
          <a:xfrm>
            <a:off x="2376225" y="1886800"/>
            <a:ext cx="4281000" cy="11832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latin typeface="Roboto"/>
                <a:ea typeface="Roboto"/>
                <a:cs typeface="Roboto"/>
                <a:sym typeface="Roboto"/>
              </a:rPr>
              <a:t>Agents work together on:</a:t>
            </a:r>
            <a:endParaRPr sz="1000" b="1">
              <a:latin typeface="Roboto"/>
              <a:ea typeface="Roboto"/>
              <a:cs typeface="Roboto"/>
              <a:sym typeface="Roboto"/>
            </a:endParaRPr>
          </a:p>
          <a:p>
            <a:pPr marL="0" lvl="0" indent="0" algn="ctr" rtl="0">
              <a:spcBef>
                <a:spcPts val="0"/>
              </a:spcBef>
              <a:spcAft>
                <a:spcPts val="0"/>
              </a:spcAft>
              <a:buNone/>
            </a:pPr>
            <a:endParaRPr sz="1000" b="1">
              <a:latin typeface="Roboto"/>
              <a:ea typeface="Roboto"/>
              <a:cs typeface="Roboto"/>
              <a:sym typeface="Roboto"/>
            </a:endParaRPr>
          </a:p>
          <a:p>
            <a:pPr marL="0" lvl="0" indent="0" algn="ctr" rtl="0">
              <a:spcBef>
                <a:spcPts val="0"/>
              </a:spcBef>
              <a:spcAft>
                <a:spcPts val="0"/>
              </a:spcAft>
              <a:buNone/>
            </a:pPr>
            <a:r>
              <a:rPr lang="en" sz="1000" b="1">
                <a:latin typeface="Roboto"/>
                <a:ea typeface="Roboto"/>
                <a:cs typeface="Roboto"/>
                <a:sym typeface="Roboto"/>
              </a:rPr>
              <a:t>File analysis</a:t>
            </a:r>
            <a:endParaRPr sz="1000" b="1">
              <a:latin typeface="Roboto"/>
              <a:ea typeface="Roboto"/>
              <a:cs typeface="Roboto"/>
              <a:sym typeface="Roboto"/>
            </a:endParaRPr>
          </a:p>
          <a:p>
            <a:pPr marL="0" lvl="0" indent="0" algn="ctr" rtl="0">
              <a:spcBef>
                <a:spcPts val="0"/>
              </a:spcBef>
              <a:spcAft>
                <a:spcPts val="0"/>
              </a:spcAft>
              <a:buNone/>
            </a:pPr>
            <a:r>
              <a:rPr lang="en" sz="1000" b="1">
                <a:latin typeface="Roboto"/>
                <a:ea typeface="Roboto"/>
                <a:cs typeface="Roboto"/>
                <a:sym typeface="Roboto"/>
              </a:rPr>
              <a:t>Web search and interaction</a:t>
            </a:r>
            <a:endParaRPr sz="1000" b="1">
              <a:latin typeface="Roboto"/>
              <a:ea typeface="Roboto"/>
              <a:cs typeface="Roboto"/>
              <a:sym typeface="Roboto"/>
            </a:endParaRPr>
          </a:p>
          <a:p>
            <a:pPr marL="0" lvl="0" indent="0" algn="ctr" rtl="0">
              <a:spcBef>
                <a:spcPts val="0"/>
              </a:spcBef>
              <a:spcAft>
                <a:spcPts val="0"/>
              </a:spcAft>
              <a:buNone/>
            </a:pPr>
            <a:r>
              <a:rPr lang="en" sz="1000" b="1">
                <a:latin typeface="Roboto"/>
                <a:ea typeface="Roboto"/>
                <a:cs typeface="Roboto"/>
                <a:sym typeface="Roboto"/>
              </a:rPr>
              <a:t>Code generation and execution</a:t>
            </a:r>
            <a:endParaRPr sz="1000" b="1">
              <a:latin typeface="Roboto"/>
              <a:ea typeface="Roboto"/>
              <a:cs typeface="Roboto"/>
              <a:sym typeface="Roboto"/>
            </a:endParaRPr>
          </a:p>
          <a:p>
            <a:pPr marL="0" lvl="0" indent="0" algn="ctr" rtl="0">
              <a:spcBef>
                <a:spcPts val="0"/>
              </a:spcBef>
              <a:spcAft>
                <a:spcPts val="0"/>
              </a:spcAft>
              <a:buNone/>
            </a:pPr>
            <a:r>
              <a:rPr lang="en" sz="1000" b="1">
                <a:latin typeface="Roboto"/>
                <a:ea typeface="Roboto"/>
                <a:cs typeface="Roboto"/>
                <a:sym typeface="Roboto"/>
              </a:rPr>
              <a:t>Data synthesis and more</a:t>
            </a:r>
            <a:endParaRPr sz="1000" b="1">
              <a:latin typeface="Roboto"/>
              <a:ea typeface="Roboto"/>
              <a:cs typeface="Roboto"/>
              <a:sym typeface="Roboto"/>
            </a:endParaRPr>
          </a:p>
          <a:p>
            <a:pPr marL="0" lvl="0" indent="0" algn="ctr" rtl="0">
              <a:spcBef>
                <a:spcPts val="0"/>
              </a:spcBef>
              <a:spcAft>
                <a:spcPts val="0"/>
              </a:spcAft>
              <a:buNone/>
            </a:pPr>
            <a:endParaRPr sz="10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1"/>
                                        </p:tgtEl>
                                        <p:attrNameLst>
                                          <p:attrName>style.visibility</p:attrName>
                                        </p:attrNameLst>
                                      </p:cBhvr>
                                      <p:to>
                                        <p:strVal val="visible"/>
                                      </p:to>
                                    </p:set>
                                    <p:animEffect transition="in" filter="fade">
                                      <p:cBhvr>
                                        <p:cTn id="7" dur="1000"/>
                                        <p:tgtEl>
                                          <p:spTgt spid="3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4"/>
                                        </p:tgtEl>
                                        <p:attrNameLst>
                                          <p:attrName>style.visibility</p:attrName>
                                        </p:attrNameLst>
                                      </p:cBhvr>
                                      <p:to>
                                        <p:strVal val="visible"/>
                                      </p:to>
                                    </p:set>
                                    <p:animEffect transition="in" filter="fade">
                                      <p:cBhvr>
                                        <p:cTn id="12" dur="1000"/>
                                        <p:tgtEl>
                                          <p:spTgt spid="39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5"/>
                                        </p:tgtEl>
                                        <p:attrNameLst>
                                          <p:attrName>style.visibility</p:attrName>
                                        </p:attrNameLst>
                                      </p:cBhvr>
                                      <p:to>
                                        <p:strVal val="visible"/>
                                      </p:to>
                                    </p:set>
                                    <p:animEffect transition="in" filter="fade">
                                      <p:cBhvr>
                                        <p:cTn id="17" dur="1"/>
                                        <p:tgtEl>
                                          <p:spTgt spid="39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2"/>
                                        </p:tgtEl>
                                        <p:attrNameLst>
                                          <p:attrName>style.visibility</p:attrName>
                                        </p:attrNameLst>
                                      </p:cBhvr>
                                      <p:to>
                                        <p:strVal val="visible"/>
                                      </p:to>
                                    </p:set>
                                    <p:animEffect transition="in" filter="fade">
                                      <p:cBhvr>
                                        <p:cTn id="22" dur="1000"/>
                                        <p:tgtEl>
                                          <p:spTgt spid="39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93"/>
                                        </p:tgtEl>
                                        <p:attrNameLst>
                                          <p:attrName>style.visibility</p:attrName>
                                        </p:attrNameLst>
                                      </p:cBhvr>
                                      <p:to>
                                        <p:strVal val="visible"/>
                                      </p:to>
                                    </p:set>
                                    <p:animEffect transition="in" filter="fade">
                                      <p:cBhvr>
                                        <p:cTn id="27" dur="1000"/>
                                        <p:tgtEl>
                                          <p:spTgt spid="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99"/>
        <p:cNvGrpSpPr/>
        <p:nvPr/>
      </p:nvGrpSpPr>
      <p:grpSpPr>
        <a:xfrm>
          <a:off x="0" y="0"/>
          <a:ext cx="0" cy="0"/>
          <a:chOff x="0" y="0"/>
          <a:chExt cx="0" cy="0"/>
        </a:xfrm>
      </p:grpSpPr>
      <p:sp>
        <p:nvSpPr>
          <p:cNvPr id="400" name="Google Shape;400;p54"/>
          <p:cNvSpPr txBox="1">
            <a:spLocks noGrp="1"/>
          </p:cNvSpPr>
          <p:nvPr>
            <p:ph type="title"/>
          </p:nvPr>
        </p:nvSpPr>
        <p:spPr>
          <a:xfrm>
            <a:off x="3559099" y="181050"/>
            <a:ext cx="2568600" cy="291000"/>
          </a:xfrm>
          <a:prstGeom prst="rect">
            <a:avLst/>
          </a:prstGeom>
        </p:spPr>
        <p:txBody>
          <a:bodyPr spcFirstLastPara="1" wrap="square" lIns="0" tIns="0" rIns="0" bIns="0" anchor="t" anchorCtr="0">
            <a:spAutoFit/>
          </a:bodyPr>
          <a:lstStyle/>
          <a:p>
            <a:pPr marL="0" lvl="0" indent="0" algn="l" rtl="0">
              <a:lnSpc>
                <a:spcPct val="90000"/>
              </a:lnSpc>
              <a:spcBef>
                <a:spcPts val="0"/>
              </a:spcBef>
              <a:spcAft>
                <a:spcPts val="0"/>
              </a:spcAft>
              <a:buNone/>
            </a:pPr>
            <a:r>
              <a:rPr lang="en" sz="2100">
                <a:solidFill>
                  <a:schemeClr val="lt1"/>
                </a:solidFill>
                <a:latin typeface="STIX Two Text Medium"/>
                <a:ea typeface="STIX Two Text Medium"/>
                <a:cs typeface="STIX Two Text Medium"/>
                <a:sym typeface="STIX Two Text Medium"/>
              </a:rPr>
              <a:t>Meet the</a:t>
            </a:r>
            <a:r>
              <a:rPr lang="en" sz="2100">
                <a:latin typeface="STIX Two Text Medium"/>
                <a:ea typeface="STIX Two Text Medium"/>
                <a:cs typeface="STIX Two Text Medium"/>
                <a:sym typeface="STIX Two Text Medium"/>
              </a:rPr>
              <a:t> </a:t>
            </a:r>
            <a:r>
              <a:rPr lang="en" sz="2100">
                <a:solidFill>
                  <a:schemeClr val="accent2"/>
                </a:solidFill>
                <a:latin typeface="STIX Two Text Medium"/>
                <a:ea typeface="STIX Two Text Medium"/>
                <a:cs typeface="STIX Two Text Medium"/>
                <a:sym typeface="STIX Two Text Medium"/>
              </a:rPr>
              <a:t>TEAM</a:t>
            </a:r>
            <a:endParaRPr sz="2100">
              <a:solidFill>
                <a:schemeClr val="accent2"/>
              </a:solidFill>
              <a:latin typeface="STIX Two Text Medium"/>
              <a:ea typeface="STIX Two Text Medium"/>
              <a:cs typeface="STIX Two Text Medium"/>
              <a:sym typeface="STIX Two Text Medium"/>
            </a:endParaRPr>
          </a:p>
        </p:txBody>
      </p:sp>
      <p:pic>
        <p:nvPicPr>
          <p:cNvPr id="401" name="Google Shape;401;p54"/>
          <p:cNvPicPr preferRelativeResize="0"/>
          <p:nvPr/>
        </p:nvPicPr>
        <p:blipFill>
          <a:blip r:embed="rId3">
            <a:alphaModFix/>
          </a:blip>
          <a:stretch>
            <a:fillRect/>
          </a:stretch>
        </p:blipFill>
        <p:spPr>
          <a:xfrm>
            <a:off x="509650" y="1484662"/>
            <a:ext cx="1447500" cy="1508174"/>
          </a:xfrm>
          <a:prstGeom prst="rect">
            <a:avLst/>
          </a:prstGeom>
          <a:noFill/>
          <a:ln w="9525" cap="flat" cmpd="sng">
            <a:solidFill>
              <a:schemeClr val="lt1"/>
            </a:solidFill>
            <a:prstDash val="solid"/>
            <a:round/>
            <a:headEnd type="none" w="sm" len="sm"/>
            <a:tailEnd type="none" w="sm" len="sm"/>
          </a:ln>
        </p:spPr>
      </p:pic>
      <p:cxnSp>
        <p:nvCxnSpPr>
          <p:cNvPr id="402" name="Google Shape;402;p54"/>
          <p:cNvCxnSpPr>
            <a:endCxn id="403" idx="1"/>
          </p:cNvCxnSpPr>
          <p:nvPr/>
        </p:nvCxnSpPr>
        <p:spPr>
          <a:xfrm rot="10800000" flipH="1">
            <a:off x="1981200" y="1170525"/>
            <a:ext cx="2768400" cy="773700"/>
          </a:xfrm>
          <a:prstGeom prst="straightConnector1">
            <a:avLst/>
          </a:prstGeom>
          <a:noFill/>
          <a:ln w="28575" cap="flat" cmpd="sng">
            <a:solidFill>
              <a:srgbClr val="EA9999"/>
            </a:solidFill>
            <a:prstDash val="solid"/>
            <a:round/>
            <a:headEnd type="none" w="med" len="med"/>
            <a:tailEnd type="triangle" w="med" len="med"/>
          </a:ln>
        </p:spPr>
      </p:cxnSp>
      <p:sp>
        <p:nvSpPr>
          <p:cNvPr id="404" name="Google Shape;404;p54"/>
          <p:cNvSpPr txBox="1"/>
          <p:nvPr/>
        </p:nvSpPr>
        <p:spPr>
          <a:xfrm>
            <a:off x="72425" y="3081350"/>
            <a:ext cx="2239500" cy="46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lt1"/>
                </a:solidFill>
                <a:latin typeface="Roboto"/>
                <a:ea typeface="Roboto"/>
                <a:cs typeface="Roboto"/>
                <a:sym typeface="Roboto"/>
              </a:rPr>
              <a:t>Orchestrator - Acts as the “team leader” or coordinator</a:t>
            </a:r>
            <a:endParaRPr sz="1100" b="1">
              <a:solidFill>
                <a:schemeClr val="lt1"/>
              </a:solidFill>
              <a:latin typeface="Roboto"/>
              <a:ea typeface="Roboto"/>
              <a:cs typeface="Roboto"/>
              <a:sym typeface="Roboto"/>
            </a:endParaRPr>
          </a:p>
          <a:p>
            <a:pPr marL="0" lvl="0" indent="0" algn="l" rtl="0">
              <a:spcBef>
                <a:spcPts val="0"/>
              </a:spcBef>
              <a:spcAft>
                <a:spcPts val="0"/>
              </a:spcAft>
              <a:buNone/>
            </a:pPr>
            <a:endParaRPr sz="1100" b="1">
              <a:solidFill>
                <a:schemeClr val="lt1"/>
              </a:solidFill>
              <a:latin typeface="Roboto"/>
              <a:ea typeface="Roboto"/>
              <a:cs typeface="Roboto"/>
              <a:sym typeface="Roboto"/>
            </a:endParaRPr>
          </a:p>
          <a:p>
            <a:pPr marL="0" lvl="0" indent="0" algn="l" rtl="0">
              <a:spcBef>
                <a:spcPts val="0"/>
              </a:spcBef>
              <a:spcAft>
                <a:spcPts val="0"/>
              </a:spcAft>
              <a:buNone/>
            </a:pPr>
            <a:endParaRPr sz="1100" b="1">
              <a:solidFill>
                <a:schemeClr val="lt1"/>
              </a:solidFill>
              <a:latin typeface="Roboto"/>
              <a:ea typeface="Roboto"/>
              <a:cs typeface="Roboto"/>
              <a:sym typeface="Roboto"/>
            </a:endParaRPr>
          </a:p>
        </p:txBody>
      </p:sp>
      <p:cxnSp>
        <p:nvCxnSpPr>
          <p:cNvPr id="405" name="Google Shape;405;p54"/>
          <p:cNvCxnSpPr>
            <a:stCxn id="401" idx="3"/>
          </p:cNvCxnSpPr>
          <p:nvPr/>
        </p:nvCxnSpPr>
        <p:spPr>
          <a:xfrm rot="10800000" flipH="1">
            <a:off x="1957150" y="2218649"/>
            <a:ext cx="2771400" cy="20100"/>
          </a:xfrm>
          <a:prstGeom prst="straightConnector1">
            <a:avLst/>
          </a:prstGeom>
          <a:noFill/>
          <a:ln w="28575" cap="flat" cmpd="sng">
            <a:solidFill>
              <a:srgbClr val="EA9999"/>
            </a:solidFill>
            <a:prstDash val="solid"/>
            <a:round/>
            <a:headEnd type="none" w="med" len="med"/>
            <a:tailEnd type="triangle" w="med" len="med"/>
          </a:ln>
        </p:spPr>
      </p:cxnSp>
      <p:cxnSp>
        <p:nvCxnSpPr>
          <p:cNvPr id="406" name="Google Shape;406;p54"/>
          <p:cNvCxnSpPr/>
          <p:nvPr/>
        </p:nvCxnSpPr>
        <p:spPr>
          <a:xfrm>
            <a:off x="2051092" y="2504738"/>
            <a:ext cx="2576400" cy="898800"/>
          </a:xfrm>
          <a:prstGeom prst="straightConnector1">
            <a:avLst/>
          </a:prstGeom>
          <a:noFill/>
          <a:ln w="28575" cap="flat" cmpd="sng">
            <a:solidFill>
              <a:srgbClr val="EA9999"/>
            </a:solidFill>
            <a:prstDash val="solid"/>
            <a:round/>
            <a:headEnd type="none" w="med" len="med"/>
            <a:tailEnd type="triangle" w="med" len="med"/>
          </a:ln>
        </p:spPr>
      </p:cxnSp>
      <p:cxnSp>
        <p:nvCxnSpPr>
          <p:cNvPr id="407" name="Google Shape;407;p54"/>
          <p:cNvCxnSpPr>
            <a:endCxn id="408" idx="1"/>
          </p:cNvCxnSpPr>
          <p:nvPr/>
        </p:nvCxnSpPr>
        <p:spPr>
          <a:xfrm>
            <a:off x="1978850" y="2978907"/>
            <a:ext cx="2742600" cy="1586700"/>
          </a:xfrm>
          <a:prstGeom prst="straightConnector1">
            <a:avLst/>
          </a:prstGeom>
          <a:noFill/>
          <a:ln w="28575" cap="flat" cmpd="sng">
            <a:solidFill>
              <a:srgbClr val="EA9999"/>
            </a:solidFill>
            <a:prstDash val="solid"/>
            <a:round/>
            <a:headEnd type="none" w="med" len="med"/>
            <a:tailEnd type="triangle" w="med" len="med"/>
          </a:ln>
        </p:spPr>
      </p:cxnSp>
      <p:sp>
        <p:nvSpPr>
          <p:cNvPr id="409" name="Google Shape;409;p54"/>
          <p:cNvSpPr txBox="1"/>
          <p:nvPr/>
        </p:nvSpPr>
        <p:spPr>
          <a:xfrm>
            <a:off x="-100250" y="3636375"/>
            <a:ext cx="3099000" cy="853800"/>
          </a:xfrm>
          <a:prstGeom prst="rect">
            <a:avLst/>
          </a:prstGeom>
          <a:noFill/>
          <a:ln>
            <a:noFill/>
          </a:ln>
        </p:spPr>
        <p:txBody>
          <a:bodyPr spcFirstLastPara="1" wrap="square" lIns="91425" tIns="91425" rIns="91425" bIns="91425" anchor="t" anchorCtr="0">
            <a:noAutofit/>
          </a:bodyPr>
          <a:lstStyle/>
          <a:p>
            <a:pPr marL="457200" lvl="0" indent="-292100" algn="l" rtl="0">
              <a:spcBef>
                <a:spcPts val="0"/>
              </a:spcBef>
              <a:spcAft>
                <a:spcPts val="0"/>
              </a:spcAft>
              <a:buClr>
                <a:schemeClr val="lt1"/>
              </a:buClr>
              <a:buSzPts val="1000"/>
              <a:buFont typeface="Roboto"/>
              <a:buChar char="●"/>
            </a:pPr>
            <a:r>
              <a:rPr lang="en" sz="1000">
                <a:solidFill>
                  <a:schemeClr val="lt1"/>
                </a:solidFill>
                <a:latin typeface="Roboto"/>
                <a:ea typeface="Roboto"/>
                <a:cs typeface="Roboto"/>
                <a:sym typeface="Roboto"/>
              </a:rPr>
              <a:t>Decomposes complex tasks into subtasks</a:t>
            </a:r>
            <a:endParaRPr sz="1000">
              <a:solidFill>
                <a:schemeClr val="lt1"/>
              </a:solidFill>
              <a:latin typeface="Roboto"/>
              <a:ea typeface="Roboto"/>
              <a:cs typeface="Roboto"/>
              <a:sym typeface="Roboto"/>
            </a:endParaRPr>
          </a:p>
          <a:p>
            <a:pPr marL="457200" lvl="0" indent="-292100" algn="l" rtl="0">
              <a:spcBef>
                <a:spcPts val="0"/>
              </a:spcBef>
              <a:spcAft>
                <a:spcPts val="0"/>
              </a:spcAft>
              <a:buClr>
                <a:schemeClr val="lt1"/>
              </a:buClr>
              <a:buSzPts val="1000"/>
              <a:buFont typeface="Roboto"/>
              <a:buChar char="●"/>
            </a:pPr>
            <a:r>
              <a:rPr lang="en" sz="1000">
                <a:solidFill>
                  <a:schemeClr val="lt1"/>
                </a:solidFill>
                <a:latin typeface="Roboto"/>
                <a:ea typeface="Roboto"/>
                <a:cs typeface="Roboto"/>
                <a:sym typeface="Roboto"/>
              </a:rPr>
              <a:t>Assigns tasks to specialist agents</a:t>
            </a:r>
            <a:endParaRPr sz="1000">
              <a:solidFill>
                <a:schemeClr val="lt1"/>
              </a:solidFill>
              <a:latin typeface="Roboto"/>
              <a:ea typeface="Roboto"/>
              <a:cs typeface="Roboto"/>
              <a:sym typeface="Roboto"/>
            </a:endParaRPr>
          </a:p>
          <a:p>
            <a:pPr marL="457200" lvl="0" indent="-292100" algn="l" rtl="0">
              <a:spcBef>
                <a:spcPts val="0"/>
              </a:spcBef>
              <a:spcAft>
                <a:spcPts val="0"/>
              </a:spcAft>
              <a:buClr>
                <a:schemeClr val="lt1"/>
              </a:buClr>
              <a:buSzPts val="1000"/>
              <a:buFont typeface="Roboto"/>
              <a:buChar char="●"/>
            </a:pPr>
            <a:r>
              <a:rPr lang="en" sz="1000">
                <a:solidFill>
                  <a:schemeClr val="lt1"/>
                </a:solidFill>
                <a:latin typeface="Roboto"/>
                <a:ea typeface="Roboto"/>
                <a:cs typeface="Roboto"/>
                <a:sym typeface="Roboto"/>
              </a:rPr>
              <a:t>Tracks overall progress using a ledger</a:t>
            </a:r>
            <a:endParaRPr sz="1000">
              <a:solidFill>
                <a:schemeClr val="lt1"/>
              </a:solidFill>
              <a:latin typeface="Roboto"/>
              <a:ea typeface="Roboto"/>
              <a:cs typeface="Roboto"/>
              <a:sym typeface="Roboto"/>
            </a:endParaRPr>
          </a:p>
          <a:p>
            <a:pPr marL="457200" lvl="0" indent="-292100" algn="l" rtl="0">
              <a:spcBef>
                <a:spcPts val="0"/>
              </a:spcBef>
              <a:spcAft>
                <a:spcPts val="0"/>
              </a:spcAft>
              <a:buClr>
                <a:schemeClr val="lt1"/>
              </a:buClr>
              <a:buSzPts val="1000"/>
              <a:buFont typeface="Roboto"/>
              <a:buChar char="●"/>
            </a:pPr>
            <a:r>
              <a:rPr lang="en" sz="1000">
                <a:solidFill>
                  <a:schemeClr val="lt1"/>
                </a:solidFill>
                <a:latin typeface="Roboto"/>
                <a:ea typeface="Roboto"/>
                <a:cs typeface="Roboto"/>
                <a:sym typeface="Roboto"/>
              </a:rPr>
              <a:t>Handles error recovery and re-planning</a:t>
            </a:r>
            <a:endParaRPr sz="1000">
              <a:solidFill>
                <a:schemeClr val="lt1"/>
              </a:solidFill>
              <a:latin typeface="Roboto"/>
              <a:ea typeface="Roboto"/>
              <a:cs typeface="Roboto"/>
              <a:sym typeface="Roboto"/>
            </a:endParaRPr>
          </a:p>
          <a:p>
            <a:pPr marL="0" lvl="0" indent="0" algn="l" rtl="0">
              <a:spcBef>
                <a:spcPts val="0"/>
              </a:spcBef>
              <a:spcAft>
                <a:spcPts val="0"/>
              </a:spcAft>
              <a:buNone/>
            </a:pPr>
            <a:endParaRPr sz="1000">
              <a:solidFill>
                <a:schemeClr val="lt1"/>
              </a:solidFill>
              <a:latin typeface="Roboto"/>
              <a:ea typeface="Roboto"/>
              <a:cs typeface="Roboto"/>
              <a:sym typeface="Roboto"/>
            </a:endParaRPr>
          </a:p>
        </p:txBody>
      </p:sp>
      <p:pic>
        <p:nvPicPr>
          <p:cNvPr id="403" name="Google Shape;403;p54"/>
          <p:cNvPicPr preferRelativeResize="0"/>
          <p:nvPr/>
        </p:nvPicPr>
        <p:blipFill rotWithShape="1">
          <a:blip r:embed="rId4">
            <a:alphaModFix/>
          </a:blip>
          <a:srcRect l="4739" r="275"/>
          <a:stretch/>
        </p:blipFill>
        <p:spPr>
          <a:xfrm>
            <a:off x="4749600" y="743575"/>
            <a:ext cx="873250" cy="853900"/>
          </a:xfrm>
          <a:prstGeom prst="rect">
            <a:avLst/>
          </a:prstGeom>
          <a:noFill/>
          <a:ln w="9525"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sp>
        <p:nvSpPr>
          <p:cNvPr id="410" name="Google Shape;410;p54"/>
          <p:cNvSpPr txBox="1"/>
          <p:nvPr/>
        </p:nvSpPr>
        <p:spPr>
          <a:xfrm>
            <a:off x="5725577" y="629448"/>
            <a:ext cx="3164100" cy="40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lt1"/>
                </a:solidFill>
                <a:latin typeface="Roboto"/>
                <a:ea typeface="Roboto"/>
                <a:cs typeface="Roboto"/>
                <a:sym typeface="Roboto"/>
              </a:rPr>
              <a:t>LLM-based agent that operates a web browser</a:t>
            </a:r>
            <a:endParaRPr sz="1000" dirty="0">
              <a:solidFill>
                <a:schemeClr val="lt1"/>
              </a:solidFill>
              <a:latin typeface="Roboto"/>
              <a:ea typeface="Roboto"/>
              <a:cs typeface="Roboto"/>
              <a:sym typeface="Roboto"/>
            </a:endParaRPr>
          </a:p>
        </p:txBody>
      </p:sp>
      <p:sp>
        <p:nvSpPr>
          <p:cNvPr id="411" name="Google Shape;411;p54"/>
          <p:cNvSpPr txBox="1"/>
          <p:nvPr/>
        </p:nvSpPr>
        <p:spPr>
          <a:xfrm>
            <a:off x="5725577" y="865071"/>
            <a:ext cx="3164100" cy="36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Roboto"/>
                <a:ea typeface="Roboto"/>
                <a:cs typeface="Roboto"/>
                <a:sym typeface="Roboto"/>
              </a:rPr>
              <a:t>Navigates web pages, performs searches, clicks, scrolls, and fills forms</a:t>
            </a:r>
            <a:endParaRPr sz="1000">
              <a:solidFill>
                <a:schemeClr val="lt1"/>
              </a:solidFill>
              <a:latin typeface="Roboto"/>
              <a:ea typeface="Roboto"/>
              <a:cs typeface="Roboto"/>
              <a:sym typeface="Roboto"/>
            </a:endParaRPr>
          </a:p>
        </p:txBody>
      </p:sp>
      <p:sp>
        <p:nvSpPr>
          <p:cNvPr id="412" name="Google Shape;412;p54"/>
          <p:cNvSpPr txBox="1"/>
          <p:nvPr/>
        </p:nvSpPr>
        <p:spPr>
          <a:xfrm>
            <a:off x="5707150" y="1191550"/>
            <a:ext cx="3436800" cy="40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Roboto"/>
                <a:ea typeface="Roboto"/>
                <a:cs typeface="Roboto"/>
                <a:sym typeface="Roboto"/>
              </a:rPr>
              <a:t>Extracts information from websites (with screenshots and summaries)</a:t>
            </a:r>
            <a:endParaRPr sz="1000">
              <a:solidFill>
                <a:schemeClr val="lt1"/>
              </a:solidFill>
              <a:latin typeface="Roboto"/>
              <a:ea typeface="Roboto"/>
              <a:cs typeface="Roboto"/>
              <a:sym typeface="Roboto"/>
            </a:endParaRPr>
          </a:p>
        </p:txBody>
      </p:sp>
      <p:pic>
        <p:nvPicPr>
          <p:cNvPr id="413" name="Google Shape;413;p54"/>
          <p:cNvPicPr preferRelativeResize="0"/>
          <p:nvPr/>
        </p:nvPicPr>
        <p:blipFill>
          <a:blip r:embed="rId5">
            <a:alphaModFix/>
          </a:blip>
          <a:stretch>
            <a:fillRect/>
          </a:stretch>
        </p:blipFill>
        <p:spPr>
          <a:xfrm>
            <a:off x="4749605" y="1895150"/>
            <a:ext cx="873250" cy="870512"/>
          </a:xfrm>
          <a:prstGeom prst="rect">
            <a:avLst/>
          </a:prstGeom>
          <a:noFill/>
          <a:ln w="9525" cap="flat" cmpd="sng">
            <a:solidFill>
              <a:schemeClr val="lt1"/>
            </a:solidFill>
            <a:prstDash val="solid"/>
            <a:round/>
            <a:headEnd type="none" w="sm" len="sm"/>
            <a:tailEnd type="none" w="sm" len="sm"/>
          </a:ln>
        </p:spPr>
      </p:pic>
      <p:sp>
        <p:nvSpPr>
          <p:cNvPr id="414" name="Google Shape;414;p54"/>
          <p:cNvSpPr txBox="1"/>
          <p:nvPr/>
        </p:nvSpPr>
        <p:spPr>
          <a:xfrm>
            <a:off x="5674300" y="1853575"/>
            <a:ext cx="3164100" cy="2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lt1"/>
                </a:solidFill>
                <a:latin typeface="Roboto"/>
                <a:ea typeface="Roboto"/>
                <a:cs typeface="Roboto"/>
                <a:sym typeface="Roboto"/>
              </a:rPr>
              <a:t>LLM-based agent that previews and analyzes files (PDFs, images, docs, audio, etc.)</a:t>
            </a:r>
            <a:endParaRPr sz="1000" dirty="0">
              <a:solidFill>
                <a:schemeClr val="lt1"/>
              </a:solidFill>
              <a:latin typeface="Roboto"/>
              <a:ea typeface="Roboto"/>
              <a:cs typeface="Roboto"/>
              <a:sym typeface="Roboto"/>
            </a:endParaRPr>
          </a:p>
        </p:txBody>
      </p:sp>
      <p:sp>
        <p:nvSpPr>
          <p:cNvPr id="415" name="Google Shape;415;p54"/>
          <p:cNvSpPr txBox="1"/>
          <p:nvPr/>
        </p:nvSpPr>
        <p:spPr>
          <a:xfrm>
            <a:off x="5674300" y="2206950"/>
            <a:ext cx="2629500" cy="2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Roboto"/>
                <a:ea typeface="Roboto"/>
                <a:cs typeface="Roboto"/>
                <a:sym typeface="Roboto"/>
              </a:rPr>
              <a:t>Navigates directories and lists file contents</a:t>
            </a:r>
            <a:endParaRPr sz="1000">
              <a:solidFill>
                <a:schemeClr val="lt1"/>
              </a:solidFill>
              <a:latin typeface="Roboto"/>
              <a:ea typeface="Roboto"/>
              <a:cs typeface="Roboto"/>
              <a:sym typeface="Roboto"/>
            </a:endParaRPr>
          </a:p>
        </p:txBody>
      </p:sp>
      <p:sp>
        <p:nvSpPr>
          <p:cNvPr id="416" name="Google Shape;416;p54"/>
          <p:cNvSpPr txBox="1"/>
          <p:nvPr/>
        </p:nvSpPr>
        <p:spPr>
          <a:xfrm>
            <a:off x="5674300" y="2423579"/>
            <a:ext cx="3005100" cy="2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Roboto"/>
                <a:ea typeface="Roboto"/>
                <a:cs typeface="Roboto"/>
                <a:sym typeface="Roboto"/>
              </a:rPr>
              <a:t>Extracts, summarizes, or displays content from diverse file types</a:t>
            </a:r>
            <a:endParaRPr sz="1000">
              <a:solidFill>
                <a:schemeClr val="lt1"/>
              </a:solidFill>
              <a:latin typeface="Roboto"/>
              <a:ea typeface="Roboto"/>
              <a:cs typeface="Roboto"/>
              <a:sym typeface="Roboto"/>
            </a:endParaRPr>
          </a:p>
        </p:txBody>
      </p:sp>
      <p:pic>
        <p:nvPicPr>
          <p:cNvPr id="417" name="Google Shape;417;p54"/>
          <p:cNvPicPr preferRelativeResize="0"/>
          <p:nvPr/>
        </p:nvPicPr>
        <p:blipFill>
          <a:blip r:embed="rId6">
            <a:alphaModFix/>
          </a:blip>
          <a:stretch>
            <a:fillRect/>
          </a:stretch>
        </p:blipFill>
        <p:spPr>
          <a:xfrm>
            <a:off x="4721450" y="3002800"/>
            <a:ext cx="919176" cy="898800"/>
          </a:xfrm>
          <a:prstGeom prst="rect">
            <a:avLst/>
          </a:prstGeom>
          <a:noFill/>
          <a:ln w="9525" cap="flat" cmpd="sng">
            <a:solidFill>
              <a:schemeClr val="lt1"/>
            </a:solidFill>
            <a:prstDash val="solid"/>
            <a:round/>
            <a:headEnd type="none" w="sm" len="sm"/>
            <a:tailEnd type="none" w="sm" len="sm"/>
          </a:ln>
        </p:spPr>
      </p:pic>
      <p:sp>
        <p:nvSpPr>
          <p:cNvPr id="418" name="Google Shape;418;p54"/>
          <p:cNvSpPr txBox="1"/>
          <p:nvPr/>
        </p:nvSpPr>
        <p:spPr>
          <a:xfrm>
            <a:off x="5692700" y="2951625"/>
            <a:ext cx="3099000" cy="2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lt1"/>
                </a:solidFill>
                <a:latin typeface="Roboto"/>
                <a:ea typeface="Roboto"/>
                <a:cs typeface="Roboto"/>
                <a:sym typeface="Roboto"/>
              </a:rPr>
              <a:t>LLM-based agent specialized in code generation and analysis</a:t>
            </a:r>
            <a:endParaRPr sz="1000" dirty="0">
              <a:solidFill>
                <a:schemeClr val="lt1"/>
              </a:solidFill>
              <a:latin typeface="Roboto"/>
              <a:ea typeface="Roboto"/>
              <a:cs typeface="Roboto"/>
              <a:sym typeface="Roboto"/>
            </a:endParaRPr>
          </a:p>
        </p:txBody>
      </p:sp>
      <p:sp>
        <p:nvSpPr>
          <p:cNvPr id="419" name="Google Shape;419;p54"/>
          <p:cNvSpPr txBox="1"/>
          <p:nvPr/>
        </p:nvSpPr>
        <p:spPr>
          <a:xfrm>
            <a:off x="5659848" y="3337775"/>
            <a:ext cx="3005100" cy="2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Roboto"/>
                <a:ea typeface="Roboto"/>
                <a:cs typeface="Roboto"/>
                <a:sym typeface="Roboto"/>
              </a:rPr>
              <a:t>Writes and debugs code (mainly Python)</a:t>
            </a:r>
            <a:endParaRPr sz="1000">
              <a:solidFill>
                <a:schemeClr val="lt1"/>
              </a:solidFill>
              <a:latin typeface="Roboto"/>
              <a:ea typeface="Roboto"/>
              <a:cs typeface="Roboto"/>
              <a:sym typeface="Roboto"/>
            </a:endParaRPr>
          </a:p>
        </p:txBody>
      </p:sp>
      <p:sp>
        <p:nvSpPr>
          <p:cNvPr id="420" name="Google Shape;420;p54"/>
          <p:cNvSpPr txBox="1"/>
          <p:nvPr/>
        </p:nvSpPr>
        <p:spPr>
          <a:xfrm>
            <a:off x="5673550" y="3558348"/>
            <a:ext cx="2701800" cy="36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Roboto"/>
                <a:ea typeface="Roboto"/>
                <a:cs typeface="Roboto"/>
                <a:sym typeface="Roboto"/>
              </a:rPr>
              <a:t>Creates new scripts or programs as required</a:t>
            </a:r>
            <a:endParaRPr sz="1000">
              <a:solidFill>
                <a:schemeClr val="lt1"/>
              </a:solidFill>
              <a:latin typeface="Roboto"/>
              <a:ea typeface="Roboto"/>
              <a:cs typeface="Roboto"/>
              <a:sym typeface="Roboto"/>
            </a:endParaRPr>
          </a:p>
        </p:txBody>
      </p:sp>
      <p:pic>
        <p:nvPicPr>
          <p:cNvPr id="408" name="Google Shape;408;p54"/>
          <p:cNvPicPr preferRelativeResize="0"/>
          <p:nvPr/>
        </p:nvPicPr>
        <p:blipFill>
          <a:blip r:embed="rId7">
            <a:alphaModFix/>
          </a:blip>
          <a:stretch>
            <a:fillRect/>
          </a:stretch>
        </p:blipFill>
        <p:spPr>
          <a:xfrm>
            <a:off x="4721450" y="4138750"/>
            <a:ext cx="919175" cy="853714"/>
          </a:xfrm>
          <a:prstGeom prst="rect">
            <a:avLst/>
          </a:prstGeom>
          <a:noFill/>
          <a:ln w="9525" cap="flat" cmpd="sng">
            <a:solidFill>
              <a:schemeClr val="lt1"/>
            </a:solidFill>
            <a:prstDash val="solid"/>
            <a:round/>
            <a:headEnd type="none" w="sm" len="sm"/>
            <a:tailEnd type="none" w="sm" len="sm"/>
          </a:ln>
        </p:spPr>
      </p:pic>
      <p:sp>
        <p:nvSpPr>
          <p:cNvPr id="421" name="Google Shape;421;p54"/>
          <p:cNvSpPr/>
          <p:nvPr/>
        </p:nvSpPr>
        <p:spPr>
          <a:xfrm>
            <a:off x="1679625" y="113125"/>
            <a:ext cx="1658400" cy="1115700"/>
          </a:xfrm>
          <a:prstGeom prst="wedgeRectCallout">
            <a:avLst>
              <a:gd name="adj1" fmla="val -99685"/>
              <a:gd name="adj2" fmla="val 9964"/>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b="1" dirty="0">
                <a:latin typeface="Space Grotesk"/>
                <a:ea typeface="Space Grotesk"/>
                <a:cs typeface="Space Grotesk"/>
                <a:sym typeface="Space Grotesk"/>
              </a:rPr>
              <a:t>Best practice: </a:t>
            </a:r>
            <a:endParaRPr sz="800" b="1" dirty="0">
              <a:latin typeface="Space Grotesk"/>
              <a:ea typeface="Space Grotesk"/>
              <a:cs typeface="Space Grotesk"/>
              <a:sym typeface="Space Grotesk"/>
            </a:endParaRPr>
          </a:p>
          <a:p>
            <a:pPr marL="0" lvl="0" indent="0" algn="l" rtl="0">
              <a:spcBef>
                <a:spcPts val="0"/>
              </a:spcBef>
              <a:spcAft>
                <a:spcPts val="0"/>
              </a:spcAft>
              <a:buNone/>
            </a:pPr>
            <a:endParaRPr sz="800" dirty="0">
              <a:latin typeface="Space Grotesk Light"/>
              <a:ea typeface="Space Grotesk Light"/>
              <a:cs typeface="Space Grotesk Light"/>
              <a:sym typeface="Space Grotesk Light"/>
            </a:endParaRPr>
          </a:p>
          <a:p>
            <a:pPr marL="0" lvl="0" indent="0" algn="l" rtl="0">
              <a:spcBef>
                <a:spcPts val="0"/>
              </a:spcBef>
              <a:spcAft>
                <a:spcPts val="0"/>
              </a:spcAft>
              <a:buNone/>
            </a:pPr>
            <a:r>
              <a:rPr lang="en" sz="800" dirty="0">
                <a:latin typeface="Space Grotesk Light"/>
                <a:ea typeface="Space Grotesk Light"/>
                <a:cs typeface="Space Grotesk Light"/>
                <a:sym typeface="Space Grotesk Light"/>
              </a:rPr>
              <a:t>Always run Magentic-One in a sandboxed environment (like Docker or a restricted virtual machine), especially for </a:t>
            </a:r>
            <a:r>
              <a:rPr lang="en" sz="800" i="1" dirty="0">
                <a:latin typeface="Space Grotesk Light"/>
                <a:ea typeface="Space Grotesk Light"/>
                <a:cs typeface="Space Grotesk Light"/>
                <a:sym typeface="Space Grotesk Light"/>
              </a:rPr>
              <a:t>untrusted tasks</a:t>
            </a:r>
            <a:r>
              <a:rPr lang="en" sz="800" dirty="0">
                <a:latin typeface="Space Grotesk Light"/>
                <a:ea typeface="Space Grotesk Light"/>
                <a:cs typeface="Space Grotesk Light"/>
                <a:sym typeface="Space Grotesk Light"/>
              </a:rPr>
              <a:t>.</a:t>
            </a:r>
            <a:endParaRPr sz="800" dirty="0">
              <a:latin typeface="Space Grotesk Light"/>
              <a:ea typeface="Space Grotesk Light"/>
              <a:cs typeface="Space Grotesk Light"/>
              <a:sym typeface="Space Grotesk Light"/>
            </a:endParaRPr>
          </a:p>
        </p:txBody>
      </p:sp>
      <p:pic>
        <p:nvPicPr>
          <p:cNvPr id="422" name="Google Shape;422;p54" title="image-removebg-preview.png"/>
          <p:cNvPicPr preferRelativeResize="0"/>
          <p:nvPr/>
        </p:nvPicPr>
        <p:blipFill>
          <a:blip r:embed="rId8">
            <a:alphaModFix/>
          </a:blip>
          <a:stretch>
            <a:fillRect/>
          </a:stretch>
        </p:blipFill>
        <p:spPr>
          <a:xfrm>
            <a:off x="283750" y="113100"/>
            <a:ext cx="1006550" cy="1115750"/>
          </a:xfrm>
          <a:prstGeom prst="rect">
            <a:avLst/>
          </a:prstGeom>
          <a:noFill/>
          <a:ln>
            <a:noFill/>
          </a:ln>
        </p:spPr>
      </p:pic>
      <p:sp>
        <p:nvSpPr>
          <p:cNvPr id="423" name="Google Shape;423;p54"/>
          <p:cNvSpPr txBox="1"/>
          <p:nvPr/>
        </p:nvSpPr>
        <p:spPr>
          <a:xfrm>
            <a:off x="5659100" y="4031075"/>
            <a:ext cx="3164100" cy="2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lt1"/>
                </a:solidFill>
                <a:latin typeface="Roboto"/>
                <a:ea typeface="Roboto"/>
                <a:cs typeface="Roboto"/>
                <a:sym typeface="Roboto"/>
              </a:rPr>
              <a:t>Executes code/scripts produced by the Coder</a:t>
            </a:r>
            <a:endParaRPr sz="1000" dirty="0">
              <a:solidFill>
                <a:schemeClr val="lt1"/>
              </a:solidFill>
              <a:latin typeface="Roboto"/>
              <a:ea typeface="Roboto"/>
              <a:cs typeface="Roboto"/>
              <a:sym typeface="Roboto"/>
            </a:endParaRPr>
          </a:p>
        </p:txBody>
      </p:sp>
      <p:sp>
        <p:nvSpPr>
          <p:cNvPr id="424" name="Google Shape;424;p54"/>
          <p:cNvSpPr txBox="1"/>
          <p:nvPr/>
        </p:nvSpPr>
        <p:spPr>
          <a:xfrm>
            <a:off x="5647946" y="4287304"/>
            <a:ext cx="3194400" cy="2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Roboto"/>
                <a:ea typeface="Roboto"/>
                <a:cs typeface="Roboto"/>
                <a:sym typeface="Roboto"/>
              </a:rPr>
              <a:t>Runs shell commands (e.g., installing packages)</a:t>
            </a:r>
            <a:endParaRPr sz="1000">
              <a:solidFill>
                <a:schemeClr val="lt1"/>
              </a:solidFill>
              <a:latin typeface="Roboto"/>
              <a:ea typeface="Roboto"/>
              <a:cs typeface="Roboto"/>
              <a:sym typeface="Roboto"/>
            </a:endParaRPr>
          </a:p>
        </p:txBody>
      </p:sp>
      <p:sp>
        <p:nvSpPr>
          <p:cNvPr id="425" name="Google Shape;425;p54"/>
          <p:cNvSpPr txBox="1"/>
          <p:nvPr/>
        </p:nvSpPr>
        <p:spPr>
          <a:xfrm>
            <a:off x="5645396" y="4568417"/>
            <a:ext cx="2673600" cy="18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Roboto"/>
                <a:ea typeface="Roboto"/>
                <a:cs typeface="Roboto"/>
                <a:sym typeface="Roboto"/>
              </a:rPr>
              <a:t>Returns console outputs to the team</a:t>
            </a:r>
            <a:endParaRPr sz="1000">
              <a:solidFill>
                <a:schemeClr val="lt1"/>
              </a:solidFill>
              <a:latin typeface="Roboto"/>
              <a:ea typeface="Roboto"/>
              <a:cs typeface="Roboto"/>
              <a:sym typeface="Roboto"/>
            </a:endParaRPr>
          </a:p>
        </p:txBody>
      </p:sp>
      <p:sp>
        <p:nvSpPr>
          <p:cNvPr id="426" name="Google Shape;426;p54"/>
          <p:cNvSpPr txBox="1"/>
          <p:nvPr/>
        </p:nvSpPr>
        <p:spPr>
          <a:xfrm rot="-811856">
            <a:off x="2848954" y="1210449"/>
            <a:ext cx="1006538" cy="29098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rgbClr val="FF9900"/>
                </a:solidFill>
                <a:latin typeface="Roboto"/>
                <a:ea typeface="Roboto"/>
                <a:cs typeface="Roboto"/>
                <a:sym typeface="Roboto"/>
              </a:rPr>
              <a:t>WebSurfer</a:t>
            </a:r>
            <a:endParaRPr sz="1200" b="1" dirty="0">
              <a:solidFill>
                <a:srgbClr val="FF9900"/>
              </a:solidFill>
              <a:latin typeface="Roboto"/>
              <a:ea typeface="Roboto"/>
              <a:cs typeface="Roboto"/>
              <a:sym typeface="Roboto"/>
            </a:endParaRPr>
          </a:p>
        </p:txBody>
      </p:sp>
      <p:sp>
        <p:nvSpPr>
          <p:cNvPr id="427" name="Google Shape;427;p54"/>
          <p:cNvSpPr txBox="1"/>
          <p:nvPr/>
        </p:nvSpPr>
        <p:spPr>
          <a:xfrm rot="1024">
            <a:off x="3001391" y="1820050"/>
            <a:ext cx="1006800" cy="2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rgbClr val="FF9900"/>
                </a:solidFill>
                <a:latin typeface="Roboto"/>
                <a:ea typeface="Roboto"/>
                <a:cs typeface="Roboto"/>
                <a:sym typeface="Roboto"/>
              </a:rPr>
              <a:t>FileSurfer</a:t>
            </a:r>
            <a:endParaRPr sz="1200" b="1" dirty="0">
              <a:solidFill>
                <a:srgbClr val="FF9900"/>
              </a:solidFill>
              <a:latin typeface="Roboto"/>
              <a:ea typeface="Roboto"/>
              <a:cs typeface="Roboto"/>
              <a:sym typeface="Roboto"/>
            </a:endParaRPr>
          </a:p>
        </p:txBody>
      </p:sp>
      <p:sp>
        <p:nvSpPr>
          <p:cNvPr id="428" name="Google Shape;428;p54"/>
          <p:cNvSpPr txBox="1"/>
          <p:nvPr/>
        </p:nvSpPr>
        <p:spPr>
          <a:xfrm rot="1192249">
            <a:off x="3153934" y="2658137"/>
            <a:ext cx="1007059" cy="29085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rgbClr val="FF9900"/>
                </a:solidFill>
                <a:latin typeface="Roboto"/>
                <a:ea typeface="Roboto"/>
                <a:cs typeface="Roboto"/>
                <a:sym typeface="Roboto"/>
              </a:rPr>
              <a:t>Coder</a:t>
            </a:r>
            <a:endParaRPr sz="1200" b="1" dirty="0">
              <a:solidFill>
                <a:srgbClr val="FF9900"/>
              </a:solidFill>
              <a:latin typeface="Roboto"/>
              <a:ea typeface="Roboto"/>
              <a:cs typeface="Roboto"/>
              <a:sym typeface="Roboto"/>
            </a:endParaRPr>
          </a:p>
        </p:txBody>
      </p:sp>
      <p:sp>
        <p:nvSpPr>
          <p:cNvPr id="429" name="Google Shape;429;p54"/>
          <p:cNvSpPr txBox="1"/>
          <p:nvPr/>
        </p:nvSpPr>
        <p:spPr>
          <a:xfrm rot="1916484">
            <a:off x="2763601" y="3489481"/>
            <a:ext cx="1537846" cy="29068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rgbClr val="FF9900"/>
                </a:solidFill>
                <a:latin typeface="Roboto"/>
                <a:ea typeface="Roboto"/>
                <a:cs typeface="Roboto"/>
                <a:sym typeface="Roboto"/>
              </a:rPr>
              <a:t>ComputerTerminal</a:t>
            </a:r>
            <a:endParaRPr sz="1200" b="1" dirty="0">
              <a:solidFill>
                <a:srgbClr val="FF9900"/>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animEffect transition="in" filter="fade">
                                      <p:cBhvr>
                                        <p:cTn id="7" dur="1000"/>
                                        <p:tgtEl>
                                          <p:spTgt spid="40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0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0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0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02"/>
                                        </p:tgtEl>
                                        <p:attrNameLst>
                                          <p:attrName>style.visibility</p:attrName>
                                        </p:attrNameLst>
                                      </p:cBhvr>
                                      <p:to>
                                        <p:strVal val="visible"/>
                                      </p:to>
                                    </p:set>
                                    <p:animEffect transition="in" filter="fade">
                                      <p:cBhvr>
                                        <p:cTn id="24" dur="500"/>
                                        <p:tgtEl>
                                          <p:spTgt spid="40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26"/>
                                        </p:tgtEl>
                                        <p:attrNameLst>
                                          <p:attrName>style.visibility</p:attrName>
                                        </p:attrNameLst>
                                      </p:cBhvr>
                                      <p:to>
                                        <p:strVal val="visible"/>
                                      </p:to>
                                    </p:set>
                                    <p:animEffect transition="in" filter="fade">
                                      <p:cBhvr>
                                        <p:cTn id="27" dur="500"/>
                                        <p:tgtEl>
                                          <p:spTgt spid="426"/>
                                        </p:tgtEl>
                                      </p:cBhvr>
                                    </p:animEffect>
                                  </p:childTnLst>
                                </p:cTn>
                              </p:par>
                              <p:par>
                                <p:cTn id="28" presetID="10" presetClass="entr" presetSubtype="0" fill="hold" nodeType="withEffect">
                                  <p:stCondLst>
                                    <p:cond delay="0"/>
                                  </p:stCondLst>
                                  <p:childTnLst>
                                    <p:set>
                                      <p:cBhvr>
                                        <p:cTn id="29" dur="1" fill="hold">
                                          <p:stCondLst>
                                            <p:cond delay="0"/>
                                          </p:stCondLst>
                                        </p:cTn>
                                        <p:tgtEl>
                                          <p:spTgt spid="403"/>
                                        </p:tgtEl>
                                        <p:attrNameLst>
                                          <p:attrName>style.visibility</p:attrName>
                                        </p:attrNameLst>
                                      </p:cBhvr>
                                      <p:to>
                                        <p:strVal val="visible"/>
                                      </p:to>
                                    </p:set>
                                    <p:animEffect transition="in" filter="fade">
                                      <p:cBhvr>
                                        <p:cTn id="30" dur="500"/>
                                        <p:tgtEl>
                                          <p:spTgt spid="40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10"/>
                                        </p:tgtEl>
                                        <p:attrNameLst>
                                          <p:attrName>style.visibility</p:attrName>
                                        </p:attrNameLst>
                                      </p:cBhvr>
                                      <p:to>
                                        <p:strVal val="visible"/>
                                      </p:to>
                                    </p:set>
                                    <p:animEffect transition="in" filter="fade">
                                      <p:cBhvr>
                                        <p:cTn id="35" dur="500"/>
                                        <p:tgtEl>
                                          <p:spTgt spid="4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11"/>
                                        </p:tgtEl>
                                        <p:attrNameLst>
                                          <p:attrName>style.visibility</p:attrName>
                                        </p:attrNameLst>
                                      </p:cBhvr>
                                      <p:to>
                                        <p:strVal val="visible"/>
                                      </p:to>
                                    </p:set>
                                    <p:animEffect transition="in" filter="fade">
                                      <p:cBhvr>
                                        <p:cTn id="38" dur="500"/>
                                        <p:tgtEl>
                                          <p:spTgt spid="4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12"/>
                                        </p:tgtEl>
                                        <p:attrNameLst>
                                          <p:attrName>style.visibility</p:attrName>
                                        </p:attrNameLst>
                                      </p:cBhvr>
                                      <p:to>
                                        <p:strVal val="visible"/>
                                      </p:to>
                                    </p:set>
                                    <p:animEffect transition="in" filter="fade">
                                      <p:cBhvr>
                                        <p:cTn id="41" dur="500"/>
                                        <p:tgtEl>
                                          <p:spTgt spid="41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27"/>
                                        </p:tgtEl>
                                        <p:attrNameLst>
                                          <p:attrName>style.visibility</p:attrName>
                                        </p:attrNameLst>
                                      </p:cBhvr>
                                      <p:to>
                                        <p:strVal val="visible"/>
                                      </p:to>
                                    </p:set>
                                    <p:animEffect transition="in" filter="fade">
                                      <p:cBhvr>
                                        <p:cTn id="46" dur="500"/>
                                        <p:tgtEl>
                                          <p:spTgt spid="427"/>
                                        </p:tgtEl>
                                      </p:cBhvr>
                                    </p:animEffect>
                                  </p:childTnLst>
                                </p:cTn>
                              </p:par>
                              <p:par>
                                <p:cTn id="47" presetID="10" presetClass="entr" presetSubtype="0" fill="hold" nodeType="withEffect">
                                  <p:stCondLst>
                                    <p:cond delay="0"/>
                                  </p:stCondLst>
                                  <p:childTnLst>
                                    <p:set>
                                      <p:cBhvr>
                                        <p:cTn id="48" dur="1" fill="hold">
                                          <p:stCondLst>
                                            <p:cond delay="0"/>
                                          </p:stCondLst>
                                        </p:cTn>
                                        <p:tgtEl>
                                          <p:spTgt spid="405"/>
                                        </p:tgtEl>
                                        <p:attrNameLst>
                                          <p:attrName>style.visibility</p:attrName>
                                        </p:attrNameLst>
                                      </p:cBhvr>
                                      <p:to>
                                        <p:strVal val="visible"/>
                                      </p:to>
                                    </p:set>
                                    <p:animEffect transition="in" filter="fade">
                                      <p:cBhvr>
                                        <p:cTn id="49" dur="500"/>
                                        <p:tgtEl>
                                          <p:spTgt spid="405"/>
                                        </p:tgtEl>
                                      </p:cBhvr>
                                    </p:animEffect>
                                  </p:childTnLst>
                                </p:cTn>
                              </p:par>
                              <p:par>
                                <p:cTn id="50" presetID="10" presetClass="entr" presetSubtype="0" fill="hold" nodeType="withEffect">
                                  <p:stCondLst>
                                    <p:cond delay="0"/>
                                  </p:stCondLst>
                                  <p:childTnLst>
                                    <p:set>
                                      <p:cBhvr>
                                        <p:cTn id="51" dur="1" fill="hold">
                                          <p:stCondLst>
                                            <p:cond delay="0"/>
                                          </p:stCondLst>
                                        </p:cTn>
                                        <p:tgtEl>
                                          <p:spTgt spid="413"/>
                                        </p:tgtEl>
                                        <p:attrNameLst>
                                          <p:attrName>style.visibility</p:attrName>
                                        </p:attrNameLst>
                                      </p:cBhvr>
                                      <p:to>
                                        <p:strVal val="visible"/>
                                      </p:to>
                                    </p:set>
                                    <p:animEffect transition="in" filter="fade">
                                      <p:cBhvr>
                                        <p:cTn id="52" dur="500"/>
                                        <p:tgtEl>
                                          <p:spTgt spid="4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14"/>
                                        </p:tgtEl>
                                        <p:attrNameLst>
                                          <p:attrName>style.visibility</p:attrName>
                                        </p:attrNameLst>
                                      </p:cBhvr>
                                      <p:to>
                                        <p:strVal val="visible"/>
                                      </p:to>
                                    </p:set>
                                    <p:animEffect transition="in" filter="fade">
                                      <p:cBhvr>
                                        <p:cTn id="57" dur="500"/>
                                        <p:tgtEl>
                                          <p:spTgt spid="41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15"/>
                                        </p:tgtEl>
                                        <p:attrNameLst>
                                          <p:attrName>style.visibility</p:attrName>
                                        </p:attrNameLst>
                                      </p:cBhvr>
                                      <p:to>
                                        <p:strVal val="visible"/>
                                      </p:to>
                                    </p:set>
                                    <p:animEffect transition="in" filter="fade">
                                      <p:cBhvr>
                                        <p:cTn id="60" dur="500"/>
                                        <p:tgtEl>
                                          <p:spTgt spid="4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16"/>
                                        </p:tgtEl>
                                        <p:attrNameLst>
                                          <p:attrName>style.visibility</p:attrName>
                                        </p:attrNameLst>
                                      </p:cBhvr>
                                      <p:to>
                                        <p:strVal val="visible"/>
                                      </p:to>
                                    </p:set>
                                    <p:animEffect transition="in" filter="fade">
                                      <p:cBhvr>
                                        <p:cTn id="63" dur="500"/>
                                        <p:tgtEl>
                                          <p:spTgt spid="41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28"/>
                                        </p:tgtEl>
                                        <p:attrNameLst>
                                          <p:attrName>style.visibility</p:attrName>
                                        </p:attrNameLst>
                                      </p:cBhvr>
                                      <p:to>
                                        <p:strVal val="visible"/>
                                      </p:to>
                                    </p:set>
                                    <p:animEffect transition="in" filter="fade">
                                      <p:cBhvr>
                                        <p:cTn id="68" dur="500"/>
                                        <p:tgtEl>
                                          <p:spTgt spid="428"/>
                                        </p:tgtEl>
                                      </p:cBhvr>
                                    </p:animEffect>
                                  </p:childTnLst>
                                </p:cTn>
                              </p:par>
                              <p:par>
                                <p:cTn id="69" presetID="10" presetClass="entr" presetSubtype="0" fill="hold" nodeType="withEffect">
                                  <p:stCondLst>
                                    <p:cond delay="0"/>
                                  </p:stCondLst>
                                  <p:childTnLst>
                                    <p:set>
                                      <p:cBhvr>
                                        <p:cTn id="70" dur="1" fill="hold">
                                          <p:stCondLst>
                                            <p:cond delay="0"/>
                                          </p:stCondLst>
                                        </p:cTn>
                                        <p:tgtEl>
                                          <p:spTgt spid="406"/>
                                        </p:tgtEl>
                                        <p:attrNameLst>
                                          <p:attrName>style.visibility</p:attrName>
                                        </p:attrNameLst>
                                      </p:cBhvr>
                                      <p:to>
                                        <p:strVal val="visible"/>
                                      </p:to>
                                    </p:set>
                                    <p:animEffect transition="in" filter="fade">
                                      <p:cBhvr>
                                        <p:cTn id="71" dur="500"/>
                                        <p:tgtEl>
                                          <p:spTgt spid="406"/>
                                        </p:tgtEl>
                                      </p:cBhvr>
                                    </p:animEffect>
                                  </p:childTnLst>
                                </p:cTn>
                              </p:par>
                              <p:par>
                                <p:cTn id="72" presetID="10" presetClass="entr" presetSubtype="0" fill="hold" nodeType="withEffect">
                                  <p:stCondLst>
                                    <p:cond delay="0"/>
                                  </p:stCondLst>
                                  <p:childTnLst>
                                    <p:set>
                                      <p:cBhvr>
                                        <p:cTn id="73" dur="1" fill="hold">
                                          <p:stCondLst>
                                            <p:cond delay="0"/>
                                          </p:stCondLst>
                                        </p:cTn>
                                        <p:tgtEl>
                                          <p:spTgt spid="417"/>
                                        </p:tgtEl>
                                        <p:attrNameLst>
                                          <p:attrName>style.visibility</p:attrName>
                                        </p:attrNameLst>
                                      </p:cBhvr>
                                      <p:to>
                                        <p:strVal val="visible"/>
                                      </p:to>
                                    </p:set>
                                    <p:animEffect transition="in" filter="fade">
                                      <p:cBhvr>
                                        <p:cTn id="74" dur="500"/>
                                        <p:tgtEl>
                                          <p:spTgt spid="41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18"/>
                                        </p:tgtEl>
                                        <p:attrNameLst>
                                          <p:attrName>style.visibility</p:attrName>
                                        </p:attrNameLst>
                                      </p:cBhvr>
                                      <p:to>
                                        <p:strVal val="visible"/>
                                      </p:to>
                                    </p:set>
                                    <p:animEffect transition="in" filter="fade">
                                      <p:cBhvr>
                                        <p:cTn id="79" dur="500"/>
                                        <p:tgtEl>
                                          <p:spTgt spid="41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19"/>
                                        </p:tgtEl>
                                        <p:attrNameLst>
                                          <p:attrName>style.visibility</p:attrName>
                                        </p:attrNameLst>
                                      </p:cBhvr>
                                      <p:to>
                                        <p:strVal val="visible"/>
                                      </p:to>
                                    </p:set>
                                    <p:animEffect transition="in" filter="fade">
                                      <p:cBhvr>
                                        <p:cTn id="82" dur="500"/>
                                        <p:tgtEl>
                                          <p:spTgt spid="41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20"/>
                                        </p:tgtEl>
                                        <p:attrNameLst>
                                          <p:attrName>style.visibility</p:attrName>
                                        </p:attrNameLst>
                                      </p:cBhvr>
                                      <p:to>
                                        <p:strVal val="visible"/>
                                      </p:to>
                                    </p:set>
                                    <p:animEffect transition="in" filter="fade">
                                      <p:cBhvr>
                                        <p:cTn id="85" dur="500"/>
                                        <p:tgtEl>
                                          <p:spTgt spid="420"/>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29"/>
                                        </p:tgtEl>
                                        <p:attrNameLst>
                                          <p:attrName>style.visibility</p:attrName>
                                        </p:attrNameLst>
                                      </p:cBhvr>
                                      <p:to>
                                        <p:strVal val="visible"/>
                                      </p:to>
                                    </p:set>
                                    <p:animEffect transition="in" filter="fade">
                                      <p:cBhvr>
                                        <p:cTn id="90" dur="500"/>
                                        <p:tgtEl>
                                          <p:spTgt spid="429"/>
                                        </p:tgtEl>
                                      </p:cBhvr>
                                    </p:animEffect>
                                  </p:childTnLst>
                                </p:cTn>
                              </p:par>
                              <p:par>
                                <p:cTn id="91" presetID="10" presetClass="entr" presetSubtype="0" fill="hold" nodeType="withEffect">
                                  <p:stCondLst>
                                    <p:cond delay="0"/>
                                  </p:stCondLst>
                                  <p:childTnLst>
                                    <p:set>
                                      <p:cBhvr>
                                        <p:cTn id="92" dur="1" fill="hold">
                                          <p:stCondLst>
                                            <p:cond delay="0"/>
                                          </p:stCondLst>
                                        </p:cTn>
                                        <p:tgtEl>
                                          <p:spTgt spid="407"/>
                                        </p:tgtEl>
                                        <p:attrNameLst>
                                          <p:attrName>style.visibility</p:attrName>
                                        </p:attrNameLst>
                                      </p:cBhvr>
                                      <p:to>
                                        <p:strVal val="visible"/>
                                      </p:to>
                                    </p:set>
                                    <p:animEffect transition="in" filter="fade">
                                      <p:cBhvr>
                                        <p:cTn id="93" dur="500"/>
                                        <p:tgtEl>
                                          <p:spTgt spid="407"/>
                                        </p:tgtEl>
                                      </p:cBhvr>
                                    </p:animEffect>
                                  </p:childTnLst>
                                </p:cTn>
                              </p:par>
                              <p:par>
                                <p:cTn id="94" presetID="10" presetClass="entr" presetSubtype="0" fill="hold" nodeType="withEffect">
                                  <p:stCondLst>
                                    <p:cond delay="0"/>
                                  </p:stCondLst>
                                  <p:childTnLst>
                                    <p:set>
                                      <p:cBhvr>
                                        <p:cTn id="95" dur="1" fill="hold">
                                          <p:stCondLst>
                                            <p:cond delay="0"/>
                                          </p:stCondLst>
                                        </p:cTn>
                                        <p:tgtEl>
                                          <p:spTgt spid="408"/>
                                        </p:tgtEl>
                                        <p:attrNameLst>
                                          <p:attrName>style.visibility</p:attrName>
                                        </p:attrNameLst>
                                      </p:cBhvr>
                                      <p:to>
                                        <p:strVal val="visible"/>
                                      </p:to>
                                    </p:set>
                                    <p:animEffect transition="in" filter="fade">
                                      <p:cBhvr>
                                        <p:cTn id="96" dur="500"/>
                                        <p:tgtEl>
                                          <p:spTgt spid="408"/>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423"/>
                                        </p:tgtEl>
                                        <p:attrNameLst>
                                          <p:attrName>style.visibility</p:attrName>
                                        </p:attrNameLst>
                                      </p:cBhvr>
                                      <p:to>
                                        <p:strVal val="visible"/>
                                      </p:to>
                                    </p:set>
                                    <p:animEffect transition="in" filter="fade">
                                      <p:cBhvr>
                                        <p:cTn id="101" dur="500"/>
                                        <p:tgtEl>
                                          <p:spTgt spid="42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24"/>
                                        </p:tgtEl>
                                        <p:attrNameLst>
                                          <p:attrName>style.visibility</p:attrName>
                                        </p:attrNameLst>
                                      </p:cBhvr>
                                      <p:to>
                                        <p:strVal val="visible"/>
                                      </p:to>
                                    </p:set>
                                    <p:animEffect transition="in" filter="fade">
                                      <p:cBhvr>
                                        <p:cTn id="104" dur="500"/>
                                        <p:tgtEl>
                                          <p:spTgt spid="42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25"/>
                                        </p:tgtEl>
                                        <p:attrNameLst>
                                          <p:attrName>style.visibility</p:attrName>
                                        </p:attrNameLst>
                                      </p:cBhvr>
                                      <p:to>
                                        <p:strVal val="visible"/>
                                      </p:to>
                                    </p:set>
                                    <p:animEffect transition="in" filter="fade">
                                      <p:cBhvr>
                                        <p:cTn id="107" dur="500"/>
                                        <p:tgtEl>
                                          <p:spTgt spid="425"/>
                                        </p:tgtEl>
                                      </p:cBhvr>
                                    </p:animEffect>
                                  </p:childTnLst>
                                </p:cTn>
                              </p:par>
                              <p:par>
                                <p:cTn id="108" presetID="10" presetClass="entr" presetSubtype="0" fill="hold" nodeType="withEffect">
                                  <p:stCondLst>
                                    <p:cond delay="0"/>
                                  </p:stCondLst>
                                  <p:childTnLst>
                                    <p:set>
                                      <p:cBhvr>
                                        <p:cTn id="109" dur="1" fill="hold">
                                          <p:stCondLst>
                                            <p:cond delay="0"/>
                                          </p:stCondLst>
                                        </p:cTn>
                                        <p:tgtEl>
                                          <p:spTgt spid="422"/>
                                        </p:tgtEl>
                                        <p:attrNameLst>
                                          <p:attrName>style.visibility</p:attrName>
                                        </p:attrNameLst>
                                      </p:cBhvr>
                                      <p:to>
                                        <p:strVal val="visible"/>
                                      </p:to>
                                    </p:set>
                                    <p:animEffect transition="in" filter="fade">
                                      <p:cBhvr>
                                        <p:cTn id="110" dur="500"/>
                                        <p:tgtEl>
                                          <p:spTgt spid="422"/>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421"/>
                                        </p:tgtEl>
                                        <p:attrNameLst>
                                          <p:attrName>style.visibility</p:attrName>
                                        </p:attrNameLst>
                                      </p:cBhvr>
                                      <p:to>
                                        <p:strVal val="visible"/>
                                      </p:to>
                                    </p:set>
                                    <p:animEffect transition="in" filter="fade">
                                      <p:cBhvr>
                                        <p:cTn id="115" dur="500"/>
                                        <p:tgtEl>
                                          <p:spTgt spid="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 grpId="0"/>
      <p:bldP spid="411" grpId="0"/>
      <p:bldP spid="412" grpId="0"/>
      <p:bldP spid="414" grpId="0"/>
      <p:bldP spid="415" grpId="0"/>
      <p:bldP spid="416" grpId="0"/>
      <p:bldP spid="418" grpId="0"/>
      <p:bldP spid="419" grpId="0"/>
      <p:bldP spid="420" grpId="0"/>
      <p:bldP spid="421" grpId="0" animBg="1"/>
      <p:bldP spid="423" grpId="0"/>
      <p:bldP spid="424" grpId="0"/>
      <p:bldP spid="425" grpId="0"/>
      <p:bldP spid="426" grpId="0"/>
      <p:bldP spid="427" grpId="0"/>
      <p:bldP spid="428" grpId="0"/>
      <p:bldP spid="42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433"/>
        <p:cNvGrpSpPr/>
        <p:nvPr/>
      </p:nvGrpSpPr>
      <p:grpSpPr>
        <a:xfrm>
          <a:off x="0" y="0"/>
          <a:ext cx="0" cy="0"/>
          <a:chOff x="0" y="0"/>
          <a:chExt cx="0" cy="0"/>
        </a:xfrm>
      </p:grpSpPr>
      <p:sp>
        <p:nvSpPr>
          <p:cNvPr id="434" name="Google Shape;434;p55"/>
          <p:cNvSpPr/>
          <p:nvPr/>
        </p:nvSpPr>
        <p:spPr>
          <a:xfrm>
            <a:off x="100300" y="465563"/>
            <a:ext cx="8827800" cy="3641700"/>
          </a:xfrm>
          <a:prstGeom prst="roundRect">
            <a:avLst>
              <a:gd name="adj" fmla="val 16667"/>
            </a:avLst>
          </a:prstGeom>
          <a:noFill/>
          <a:ln w="38100" cap="flat" cmpd="sng">
            <a:solidFill>
              <a:srgbClr val="DD7E6B"/>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35" name="Google Shape;435;p55"/>
          <p:cNvSpPr txBox="1"/>
          <p:nvPr/>
        </p:nvSpPr>
        <p:spPr>
          <a:xfrm>
            <a:off x="2493300" y="-47375"/>
            <a:ext cx="4462200" cy="4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lt1"/>
                </a:solidFill>
                <a:latin typeface="STIX Two Text Medium"/>
                <a:ea typeface="STIX Two Text Medium"/>
                <a:cs typeface="STIX Two Text Medium"/>
                <a:sym typeface="STIX Two Text Medium"/>
              </a:rPr>
              <a:t>Magentic-One </a:t>
            </a:r>
            <a:r>
              <a:rPr lang="en" sz="2000">
                <a:solidFill>
                  <a:schemeClr val="accent2"/>
                </a:solidFill>
                <a:latin typeface="STIX Two Text Medium"/>
                <a:ea typeface="STIX Two Text Medium"/>
                <a:cs typeface="STIX Two Text Medium"/>
                <a:sym typeface="STIX Two Text Medium"/>
              </a:rPr>
              <a:t>Architecture Overview</a:t>
            </a:r>
            <a:endParaRPr sz="2000">
              <a:solidFill>
                <a:schemeClr val="accent2"/>
              </a:solidFill>
              <a:latin typeface="STIX Two Text Medium"/>
              <a:ea typeface="STIX Two Text Medium"/>
              <a:cs typeface="STIX Two Text Medium"/>
              <a:sym typeface="STIX Two Text Medium"/>
            </a:endParaRPr>
          </a:p>
        </p:txBody>
      </p:sp>
      <p:sp>
        <p:nvSpPr>
          <p:cNvPr id="436" name="Google Shape;436;p55"/>
          <p:cNvSpPr/>
          <p:nvPr/>
        </p:nvSpPr>
        <p:spPr>
          <a:xfrm>
            <a:off x="3621275" y="519325"/>
            <a:ext cx="1477800" cy="1226700"/>
          </a:xfrm>
          <a:prstGeom prst="ellipse">
            <a:avLst/>
          </a:prstGeom>
          <a:solidFill>
            <a:srgbClr val="3C78D8"/>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Orchestrator Agent</a:t>
            </a:r>
            <a:endParaRPr sz="1200">
              <a:solidFill>
                <a:schemeClr val="lt1"/>
              </a:solidFill>
              <a:latin typeface="Roboto"/>
              <a:ea typeface="Roboto"/>
              <a:cs typeface="Roboto"/>
              <a:sym typeface="Roboto"/>
            </a:endParaRPr>
          </a:p>
        </p:txBody>
      </p:sp>
      <p:cxnSp>
        <p:nvCxnSpPr>
          <p:cNvPr id="437" name="Google Shape;437;p55"/>
          <p:cNvCxnSpPr>
            <a:stCxn id="436" idx="2"/>
          </p:cNvCxnSpPr>
          <p:nvPr/>
        </p:nvCxnSpPr>
        <p:spPr>
          <a:xfrm flipH="1">
            <a:off x="1015475" y="1132675"/>
            <a:ext cx="2605800" cy="2097300"/>
          </a:xfrm>
          <a:prstGeom prst="straightConnector1">
            <a:avLst/>
          </a:prstGeom>
          <a:noFill/>
          <a:ln w="19050" cap="flat" cmpd="sng">
            <a:solidFill>
              <a:schemeClr val="accent2"/>
            </a:solidFill>
            <a:prstDash val="solid"/>
            <a:round/>
            <a:headEnd type="none" w="med" len="med"/>
            <a:tailEnd type="triangle" w="med" len="med"/>
          </a:ln>
        </p:spPr>
      </p:cxnSp>
      <p:sp>
        <p:nvSpPr>
          <p:cNvPr id="438" name="Google Shape;438;p55"/>
          <p:cNvSpPr/>
          <p:nvPr/>
        </p:nvSpPr>
        <p:spPr>
          <a:xfrm>
            <a:off x="498826" y="3281375"/>
            <a:ext cx="1477800" cy="404700"/>
          </a:xfrm>
          <a:prstGeom prst="roundRect">
            <a:avLst>
              <a:gd name="adj" fmla="val 16667"/>
            </a:avLst>
          </a:prstGeom>
          <a:solidFill>
            <a:srgbClr val="FFF2CC"/>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TIX Two Text"/>
                <a:ea typeface="STIX Two Text"/>
                <a:cs typeface="STIX Two Text"/>
                <a:sym typeface="STIX Two Text"/>
              </a:rPr>
              <a:t>WebSurfer</a:t>
            </a:r>
            <a:endParaRPr>
              <a:latin typeface="STIX Two Text"/>
              <a:ea typeface="STIX Two Text"/>
              <a:cs typeface="STIX Two Text"/>
              <a:sym typeface="STIX Two Text"/>
            </a:endParaRPr>
          </a:p>
        </p:txBody>
      </p:sp>
      <p:cxnSp>
        <p:nvCxnSpPr>
          <p:cNvPr id="439" name="Google Shape;439;p55"/>
          <p:cNvCxnSpPr/>
          <p:nvPr/>
        </p:nvCxnSpPr>
        <p:spPr>
          <a:xfrm flipH="1">
            <a:off x="2662625" y="1524975"/>
            <a:ext cx="1154400" cy="1734000"/>
          </a:xfrm>
          <a:prstGeom prst="straightConnector1">
            <a:avLst/>
          </a:prstGeom>
          <a:noFill/>
          <a:ln w="19050" cap="flat" cmpd="sng">
            <a:solidFill>
              <a:schemeClr val="accent2"/>
            </a:solidFill>
            <a:prstDash val="solid"/>
            <a:round/>
            <a:headEnd type="none" w="med" len="med"/>
            <a:tailEnd type="triangle" w="med" len="med"/>
          </a:ln>
        </p:spPr>
      </p:cxnSp>
      <p:sp>
        <p:nvSpPr>
          <p:cNvPr id="440" name="Google Shape;440;p55"/>
          <p:cNvSpPr/>
          <p:nvPr/>
        </p:nvSpPr>
        <p:spPr>
          <a:xfrm>
            <a:off x="2167825" y="3293375"/>
            <a:ext cx="1780500" cy="404700"/>
          </a:xfrm>
          <a:prstGeom prst="roundRect">
            <a:avLst>
              <a:gd name="adj" fmla="val 16667"/>
            </a:avLst>
          </a:prstGeom>
          <a:solidFill>
            <a:srgbClr val="9E9E9E"/>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STIX Two Text"/>
                <a:ea typeface="STIX Two Text"/>
                <a:cs typeface="STIX Two Text"/>
                <a:sym typeface="STIX Two Text"/>
              </a:rPr>
              <a:t>FileSurfer</a:t>
            </a:r>
            <a:endParaRPr>
              <a:solidFill>
                <a:schemeClr val="lt1"/>
              </a:solidFill>
              <a:latin typeface="STIX Two Text"/>
              <a:ea typeface="STIX Two Text"/>
              <a:cs typeface="STIX Two Text"/>
              <a:sym typeface="STIX Two Text"/>
            </a:endParaRPr>
          </a:p>
        </p:txBody>
      </p:sp>
      <p:sp>
        <p:nvSpPr>
          <p:cNvPr id="441" name="Google Shape;441;p55"/>
          <p:cNvSpPr/>
          <p:nvPr/>
        </p:nvSpPr>
        <p:spPr>
          <a:xfrm>
            <a:off x="4700175" y="3287925"/>
            <a:ext cx="1574400" cy="404700"/>
          </a:xfrm>
          <a:prstGeom prst="roundRect">
            <a:avLst>
              <a:gd name="adj" fmla="val 16667"/>
            </a:avLst>
          </a:prstGeom>
          <a:solidFill>
            <a:srgbClr val="6AA84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STIX Two Text"/>
                <a:ea typeface="STIX Two Text"/>
                <a:cs typeface="STIX Two Text"/>
                <a:sym typeface="STIX Two Text"/>
              </a:rPr>
              <a:t>Coder</a:t>
            </a:r>
            <a:endParaRPr>
              <a:solidFill>
                <a:schemeClr val="lt1"/>
              </a:solidFill>
              <a:latin typeface="STIX Two Text"/>
              <a:ea typeface="STIX Two Text"/>
              <a:cs typeface="STIX Two Text"/>
              <a:sym typeface="STIX Two Text"/>
            </a:endParaRPr>
          </a:p>
        </p:txBody>
      </p:sp>
      <p:cxnSp>
        <p:nvCxnSpPr>
          <p:cNvPr id="442" name="Google Shape;442;p55"/>
          <p:cNvCxnSpPr>
            <a:stCxn id="436" idx="5"/>
            <a:endCxn id="441" idx="0"/>
          </p:cNvCxnSpPr>
          <p:nvPr/>
        </p:nvCxnSpPr>
        <p:spPr>
          <a:xfrm>
            <a:off x="4882656" y="1566379"/>
            <a:ext cx="604800" cy="1721400"/>
          </a:xfrm>
          <a:prstGeom prst="straightConnector1">
            <a:avLst/>
          </a:prstGeom>
          <a:noFill/>
          <a:ln w="19050" cap="flat" cmpd="sng">
            <a:solidFill>
              <a:schemeClr val="accent1"/>
            </a:solidFill>
            <a:prstDash val="solid"/>
            <a:round/>
            <a:headEnd type="none" w="med" len="med"/>
            <a:tailEnd type="triangle" w="med" len="med"/>
          </a:ln>
        </p:spPr>
      </p:cxnSp>
      <p:cxnSp>
        <p:nvCxnSpPr>
          <p:cNvPr id="443" name="Google Shape;443;p55"/>
          <p:cNvCxnSpPr>
            <a:endCxn id="444" idx="0"/>
          </p:cNvCxnSpPr>
          <p:nvPr/>
        </p:nvCxnSpPr>
        <p:spPr>
          <a:xfrm>
            <a:off x="4937775" y="1566525"/>
            <a:ext cx="2600100" cy="1721400"/>
          </a:xfrm>
          <a:prstGeom prst="straightConnector1">
            <a:avLst/>
          </a:prstGeom>
          <a:noFill/>
          <a:ln w="19050" cap="flat" cmpd="sng">
            <a:solidFill>
              <a:schemeClr val="accent1"/>
            </a:solidFill>
            <a:prstDash val="solid"/>
            <a:round/>
            <a:headEnd type="none" w="med" len="med"/>
            <a:tailEnd type="triangle" w="med" len="med"/>
          </a:ln>
        </p:spPr>
      </p:cxnSp>
      <p:sp>
        <p:nvSpPr>
          <p:cNvPr id="444" name="Google Shape;444;p55"/>
          <p:cNvSpPr/>
          <p:nvPr/>
        </p:nvSpPr>
        <p:spPr>
          <a:xfrm>
            <a:off x="6605175" y="3287925"/>
            <a:ext cx="1865400" cy="404700"/>
          </a:xfrm>
          <a:prstGeom prst="roundRect">
            <a:avLst>
              <a:gd name="adj" fmla="val 16667"/>
            </a:avLst>
          </a:prstGeom>
          <a:solidFill>
            <a:srgbClr val="FF00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TIX Two Text"/>
                <a:ea typeface="STIX Two Text"/>
                <a:cs typeface="STIX Two Text"/>
                <a:sym typeface="STIX Two Text"/>
              </a:rPr>
              <a:t>Computer Terminal</a:t>
            </a:r>
            <a:endParaRPr sz="1200">
              <a:solidFill>
                <a:schemeClr val="dk1"/>
              </a:solidFill>
              <a:latin typeface="STIX Two Text"/>
              <a:ea typeface="STIX Two Text"/>
              <a:cs typeface="STIX Two Text"/>
              <a:sym typeface="STIX Two Text"/>
            </a:endParaRPr>
          </a:p>
        </p:txBody>
      </p:sp>
      <p:cxnSp>
        <p:nvCxnSpPr>
          <p:cNvPr id="445" name="Google Shape;445;p55"/>
          <p:cNvCxnSpPr>
            <a:stCxn id="436" idx="3"/>
            <a:endCxn id="440" idx="0"/>
          </p:cNvCxnSpPr>
          <p:nvPr/>
        </p:nvCxnSpPr>
        <p:spPr>
          <a:xfrm flipH="1">
            <a:off x="3057994" y="1566379"/>
            <a:ext cx="779700" cy="1727100"/>
          </a:xfrm>
          <a:prstGeom prst="straightConnector1">
            <a:avLst/>
          </a:prstGeom>
          <a:noFill/>
          <a:ln w="9525" cap="flat" cmpd="sng">
            <a:solidFill>
              <a:schemeClr val="lt2"/>
            </a:solidFill>
            <a:prstDash val="dash"/>
            <a:round/>
            <a:headEnd type="none" w="med" len="med"/>
            <a:tailEnd type="none" w="med" len="med"/>
          </a:ln>
        </p:spPr>
      </p:cxnSp>
      <p:cxnSp>
        <p:nvCxnSpPr>
          <p:cNvPr id="446" name="Google Shape;446;p55"/>
          <p:cNvCxnSpPr>
            <a:endCxn id="438" idx="0"/>
          </p:cNvCxnSpPr>
          <p:nvPr/>
        </p:nvCxnSpPr>
        <p:spPr>
          <a:xfrm flipH="1">
            <a:off x="1237726" y="1253075"/>
            <a:ext cx="2376900" cy="2028300"/>
          </a:xfrm>
          <a:prstGeom prst="straightConnector1">
            <a:avLst/>
          </a:prstGeom>
          <a:noFill/>
          <a:ln w="9525" cap="flat" cmpd="sng">
            <a:solidFill>
              <a:schemeClr val="lt2"/>
            </a:solidFill>
            <a:prstDash val="dash"/>
            <a:round/>
            <a:headEnd type="none" w="med" len="med"/>
            <a:tailEnd type="none" w="med" len="med"/>
          </a:ln>
        </p:spPr>
      </p:cxnSp>
      <p:cxnSp>
        <p:nvCxnSpPr>
          <p:cNvPr id="447" name="Google Shape;447;p55"/>
          <p:cNvCxnSpPr/>
          <p:nvPr/>
        </p:nvCxnSpPr>
        <p:spPr>
          <a:xfrm>
            <a:off x="5062575" y="1405275"/>
            <a:ext cx="894300" cy="1882500"/>
          </a:xfrm>
          <a:prstGeom prst="straightConnector1">
            <a:avLst/>
          </a:prstGeom>
          <a:noFill/>
          <a:ln w="9525" cap="flat" cmpd="sng">
            <a:solidFill>
              <a:schemeClr val="lt2"/>
            </a:solidFill>
            <a:prstDash val="dash"/>
            <a:round/>
            <a:headEnd type="none" w="med" len="med"/>
            <a:tailEnd type="none" w="med" len="med"/>
          </a:ln>
        </p:spPr>
      </p:cxnSp>
      <p:cxnSp>
        <p:nvCxnSpPr>
          <p:cNvPr id="448" name="Google Shape;448;p55"/>
          <p:cNvCxnSpPr/>
          <p:nvPr/>
        </p:nvCxnSpPr>
        <p:spPr>
          <a:xfrm>
            <a:off x="5105675" y="1179025"/>
            <a:ext cx="2743800" cy="2065500"/>
          </a:xfrm>
          <a:prstGeom prst="straightConnector1">
            <a:avLst/>
          </a:prstGeom>
          <a:noFill/>
          <a:ln w="9525" cap="flat" cmpd="sng">
            <a:solidFill>
              <a:schemeClr val="lt2"/>
            </a:solidFill>
            <a:prstDash val="dash"/>
            <a:round/>
            <a:headEnd type="none" w="med" len="med"/>
            <a:tailEnd type="none" w="med" len="med"/>
          </a:ln>
        </p:spPr>
      </p:cxnSp>
      <p:sp>
        <p:nvSpPr>
          <p:cNvPr id="449" name="Google Shape;449;p55"/>
          <p:cNvSpPr txBox="1"/>
          <p:nvPr/>
        </p:nvSpPr>
        <p:spPr>
          <a:xfrm>
            <a:off x="298625" y="4129700"/>
            <a:ext cx="7200000" cy="95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dirty="0">
                <a:solidFill>
                  <a:schemeClr val="lt1"/>
                </a:solidFill>
                <a:latin typeface="Roboto"/>
                <a:ea typeface="Roboto"/>
                <a:cs typeface="Roboto"/>
                <a:sym typeface="Roboto"/>
              </a:rPr>
              <a:t>Key Properties:</a:t>
            </a:r>
            <a:endParaRPr sz="1000" b="1" dirty="0">
              <a:solidFill>
                <a:schemeClr val="lt1"/>
              </a:solidFill>
              <a:latin typeface="Roboto"/>
              <a:ea typeface="Roboto"/>
              <a:cs typeface="Roboto"/>
              <a:sym typeface="Roboto"/>
            </a:endParaRPr>
          </a:p>
          <a:p>
            <a:pPr marL="0" lvl="0" indent="0" algn="l" rtl="0">
              <a:spcBef>
                <a:spcPts val="0"/>
              </a:spcBef>
              <a:spcAft>
                <a:spcPts val="0"/>
              </a:spcAft>
              <a:buNone/>
            </a:pPr>
            <a:endParaRPr sz="1000" b="1" dirty="0">
              <a:solidFill>
                <a:schemeClr val="lt1"/>
              </a:solidFill>
              <a:latin typeface="Roboto"/>
              <a:ea typeface="Roboto"/>
              <a:cs typeface="Roboto"/>
              <a:sym typeface="Roboto"/>
            </a:endParaRPr>
          </a:p>
          <a:p>
            <a:pPr marL="0" lvl="0" indent="0" algn="l" rtl="0">
              <a:spcBef>
                <a:spcPts val="0"/>
              </a:spcBef>
              <a:spcAft>
                <a:spcPts val="0"/>
              </a:spcAft>
              <a:buNone/>
            </a:pPr>
            <a:r>
              <a:rPr lang="en" sz="1000" dirty="0">
                <a:solidFill>
                  <a:schemeClr val="lt1"/>
                </a:solidFill>
                <a:latin typeface="Roboto"/>
                <a:ea typeface="Roboto"/>
                <a:cs typeface="Roboto"/>
                <a:sym typeface="Roboto"/>
              </a:rPr>
              <a:t>* Modular: Each agent can be developed, tested, or replaced independently.</a:t>
            </a:r>
            <a:endParaRPr sz="1000" dirty="0">
              <a:solidFill>
                <a:schemeClr val="lt1"/>
              </a:solidFill>
              <a:latin typeface="Roboto"/>
              <a:ea typeface="Roboto"/>
              <a:cs typeface="Roboto"/>
              <a:sym typeface="Roboto"/>
            </a:endParaRPr>
          </a:p>
          <a:p>
            <a:pPr marL="0" lvl="0" indent="0" algn="l" rtl="0">
              <a:spcBef>
                <a:spcPts val="0"/>
              </a:spcBef>
              <a:spcAft>
                <a:spcPts val="0"/>
              </a:spcAft>
              <a:buNone/>
            </a:pPr>
            <a:r>
              <a:rPr lang="en" sz="1000" dirty="0">
                <a:solidFill>
                  <a:schemeClr val="lt1"/>
                </a:solidFill>
                <a:latin typeface="Roboto"/>
                <a:ea typeface="Roboto"/>
                <a:cs typeface="Roboto"/>
                <a:sym typeface="Roboto"/>
              </a:rPr>
              <a:t>* Extensible: New agents/tools can be plugged into the system with minimal changes.</a:t>
            </a:r>
            <a:endParaRPr sz="1000" dirty="0">
              <a:solidFill>
                <a:schemeClr val="lt1"/>
              </a:solidFill>
              <a:latin typeface="Roboto"/>
              <a:ea typeface="Roboto"/>
              <a:cs typeface="Roboto"/>
              <a:sym typeface="Roboto"/>
            </a:endParaRPr>
          </a:p>
          <a:p>
            <a:pPr marL="0" lvl="0" indent="0" algn="l" rtl="0">
              <a:spcBef>
                <a:spcPts val="0"/>
              </a:spcBef>
              <a:spcAft>
                <a:spcPts val="0"/>
              </a:spcAft>
              <a:buNone/>
            </a:pPr>
            <a:r>
              <a:rPr lang="en" sz="1000" dirty="0">
                <a:solidFill>
                  <a:schemeClr val="lt1"/>
                </a:solidFill>
                <a:latin typeface="Roboto"/>
                <a:ea typeface="Roboto"/>
                <a:cs typeface="Roboto"/>
                <a:sym typeface="Roboto"/>
              </a:rPr>
              <a:t>* Open-source &amp; Research-focused: Designed for experimentation and improvement by the research community.</a:t>
            </a:r>
            <a:endParaRPr sz="1000" dirty="0">
              <a:solidFill>
                <a:schemeClr val="lt1"/>
              </a:solidFill>
              <a:latin typeface="Roboto"/>
              <a:ea typeface="Roboto"/>
              <a:cs typeface="Roboto"/>
              <a:sym typeface="Roboto"/>
            </a:endParaRPr>
          </a:p>
          <a:p>
            <a:pPr marL="0" lvl="0" indent="0" algn="l" rtl="0">
              <a:spcBef>
                <a:spcPts val="0"/>
              </a:spcBef>
              <a:spcAft>
                <a:spcPts val="0"/>
              </a:spcAft>
              <a:buNone/>
            </a:pPr>
            <a:endParaRPr sz="1000" dirty="0">
              <a:solidFill>
                <a:schemeClr val="lt1"/>
              </a:solidFill>
              <a:latin typeface="Roboto"/>
              <a:ea typeface="Roboto"/>
              <a:cs typeface="Roboto"/>
              <a:sym typeface="Roboto"/>
            </a:endParaRPr>
          </a:p>
        </p:txBody>
      </p:sp>
      <p:sp>
        <p:nvSpPr>
          <p:cNvPr id="450" name="Google Shape;450;p55"/>
          <p:cNvSpPr txBox="1"/>
          <p:nvPr/>
        </p:nvSpPr>
        <p:spPr>
          <a:xfrm>
            <a:off x="6553075" y="1100575"/>
            <a:ext cx="2252400" cy="999000"/>
          </a:xfrm>
          <a:prstGeom prst="rect">
            <a:avLst/>
          </a:prstGeom>
          <a:solidFill>
            <a:srgbClr val="00474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dirty="0">
              <a:solidFill>
                <a:srgbClr val="DD7E6B"/>
              </a:solidFill>
              <a:latin typeface="STIX Two Text"/>
              <a:ea typeface="STIX Two Text"/>
              <a:cs typeface="STIX Two Text"/>
              <a:sym typeface="STIX Two Text"/>
            </a:endParaRPr>
          </a:p>
          <a:p>
            <a:pPr marL="0" lvl="0" indent="0" algn="l" rtl="0">
              <a:spcBef>
                <a:spcPts val="0"/>
              </a:spcBef>
              <a:spcAft>
                <a:spcPts val="0"/>
              </a:spcAft>
              <a:buNone/>
            </a:pPr>
            <a:r>
              <a:rPr lang="en" sz="1000" b="1" dirty="0">
                <a:solidFill>
                  <a:srgbClr val="DD7E6B"/>
                </a:solidFill>
                <a:latin typeface="STIX Two Text"/>
                <a:ea typeface="STIX Two Text"/>
                <a:cs typeface="STIX Two Text"/>
                <a:sym typeface="STIX Two Text"/>
              </a:rPr>
              <a:t>Outer Loop</a:t>
            </a:r>
            <a:r>
              <a:rPr lang="en" sz="1000" dirty="0">
                <a:solidFill>
                  <a:srgbClr val="DD7E6B"/>
                </a:solidFill>
                <a:latin typeface="STIX Two Text"/>
                <a:ea typeface="STIX Two Text"/>
                <a:cs typeface="STIX Two Text"/>
                <a:sym typeface="STIX Two Text"/>
              </a:rPr>
              <a:t>: Larger-scale planning and error recovery (e.g., if a subgoal is not met, Orchestrator re-plans or assigns new subtasks)</a:t>
            </a:r>
            <a:endParaRPr sz="1000" dirty="0">
              <a:solidFill>
                <a:srgbClr val="DD7E6B"/>
              </a:solidFill>
              <a:latin typeface="STIX Two Text"/>
              <a:ea typeface="STIX Two Text"/>
              <a:cs typeface="STIX Two Text"/>
              <a:sym typeface="STIX Two Text"/>
            </a:endParaRPr>
          </a:p>
        </p:txBody>
      </p:sp>
      <p:sp>
        <p:nvSpPr>
          <p:cNvPr id="451" name="Google Shape;451;p55"/>
          <p:cNvSpPr/>
          <p:nvPr/>
        </p:nvSpPr>
        <p:spPr>
          <a:xfrm>
            <a:off x="4251875" y="2316125"/>
            <a:ext cx="320100" cy="4047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52" name="Google Shape;452;p55"/>
          <p:cNvSpPr/>
          <p:nvPr/>
        </p:nvSpPr>
        <p:spPr>
          <a:xfrm>
            <a:off x="3287800" y="1958675"/>
            <a:ext cx="2275800" cy="404700"/>
          </a:xfrm>
          <a:prstGeom prst="roundRect">
            <a:avLst>
              <a:gd name="adj" fmla="val 16667"/>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STIX Two Text Medium"/>
                <a:ea typeface="STIX Two Text Medium"/>
                <a:cs typeface="STIX Two Text Medium"/>
                <a:sym typeface="STIX Two Text Medium"/>
              </a:rPr>
              <a:t>Orchestration Task Ledger</a:t>
            </a:r>
            <a:endParaRPr sz="1200">
              <a:latin typeface="STIX Two Text Medium"/>
              <a:ea typeface="STIX Two Text Medium"/>
              <a:cs typeface="STIX Two Text Medium"/>
              <a:sym typeface="STIX Two Text Medium"/>
            </a:endParaRPr>
          </a:p>
        </p:txBody>
      </p:sp>
      <p:sp>
        <p:nvSpPr>
          <p:cNvPr id="453" name="Google Shape;453;p55"/>
          <p:cNvSpPr/>
          <p:nvPr/>
        </p:nvSpPr>
        <p:spPr>
          <a:xfrm>
            <a:off x="4251875" y="1630325"/>
            <a:ext cx="320100" cy="4047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54" name="Google Shape;454;p55"/>
          <p:cNvSpPr/>
          <p:nvPr/>
        </p:nvSpPr>
        <p:spPr>
          <a:xfrm>
            <a:off x="452436" y="2541525"/>
            <a:ext cx="8105400" cy="1410000"/>
          </a:xfrm>
          <a:prstGeom prst="roundRect">
            <a:avLst>
              <a:gd name="adj" fmla="val 16667"/>
            </a:avLst>
          </a:prstGeom>
          <a:noFill/>
          <a:ln w="3810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55" name="Google Shape;455;p55"/>
          <p:cNvSpPr txBox="1"/>
          <p:nvPr/>
        </p:nvSpPr>
        <p:spPr>
          <a:xfrm>
            <a:off x="462225" y="1179025"/>
            <a:ext cx="2181600" cy="84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dirty="0">
                <a:solidFill>
                  <a:srgbClr val="FF0000"/>
                </a:solidFill>
                <a:latin typeface="Roboto"/>
                <a:ea typeface="Roboto"/>
                <a:cs typeface="Roboto"/>
                <a:sym typeface="Roboto"/>
              </a:rPr>
              <a:t>Inner Loop</a:t>
            </a:r>
            <a:r>
              <a:rPr lang="en" sz="1000" dirty="0">
                <a:solidFill>
                  <a:srgbClr val="FF0000"/>
                </a:solidFill>
                <a:latin typeface="Roboto"/>
                <a:ea typeface="Roboto"/>
                <a:cs typeface="Roboto"/>
                <a:sym typeface="Roboto"/>
              </a:rPr>
              <a:t>: Fast, fine-grained coordination (e.g., agent performs an action, Orchestrator checks result, immediate feedback).</a:t>
            </a:r>
            <a:endParaRPr sz="1000" dirty="0">
              <a:solidFill>
                <a:srgbClr val="FF0000"/>
              </a:solidFill>
              <a:latin typeface="Roboto"/>
              <a:ea typeface="Roboto"/>
              <a:cs typeface="Roboto"/>
              <a:sym typeface="Roboto"/>
            </a:endParaRPr>
          </a:p>
          <a:p>
            <a:pPr marL="0" lvl="0" indent="0" algn="l" rtl="0">
              <a:spcBef>
                <a:spcPts val="0"/>
              </a:spcBef>
              <a:spcAft>
                <a:spcPts val="0"/>
              </a:spcAft>
              <a:buNone/>
            </a:pPr>
            <a:endParaRPr sz="1000" dirty="0">
              <a:solidFill>
                <a:srgbClr val="FFD966"/>
              </a:solidFill>
              <a:latin typeface="Roboto"/>
              <a:ea typeface="Roboto"/>
              <a:cs typeface="Roboto"/>
              <a:sym typeface="Roboto"/>
            </a:endParaRPr>
          </a:p>
        </p:txBody>
      </p:sp>
      <p:cxnSp>
        <p:nvCxnSpPr>
          <p:cNvPr id="456" name="Google Shape;456;p55"/>
          <p:cNvCxnSpPr>
            <a:stCxn id="436" idx="7"/>
          </p:cNvCxnSpPr>
          <p:nvPr/>
        </p:nvCxnSpPr>
        <p:spPr>
          <a:xfrm>
            <a:off x="4882656" y="698971"/>
            <a:ext cx="1319700" cy="2700"/>
          </a:xfrm>
          <a:prstGeom prst="straightConnector1">
            <a:avLst/>
          </a:prstGeom>
          <a:noFill/>
          <a:ln w="19050" cap="flat" cmpd="sng">
            <a:solidFill>
              <a:schemeClr val="accent1"/>
            </a:solidFill>
            <a:prstDash val="solid"/>
            <a:round/>
            <a:headEnd type="none" w="med" len="med"/>
            <a:tailEnd type="triangle" w="med" len="med"/>
          </a:ln>
        </p:spPr>
      </p:cxnSp>
      <p:sp>
        <p:nvSpPr>
          <p:cNvPr id="457" name="Google Shape;457;p55"/>
          <p:cNvSpPr txBox="1"/>
          <p:nvPr/>
        </p:nvSpPr>
        <p:spPr>
          <a:xfrm>
            <a:off x="6202350" y="569500"/>
            <a:ext cx="1372500" cy="40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chemeClr val="lt1"/>
                </a:solidFill>
                <a:latin typeface="Roboto"/>
                <a:ea typeface="Roboto"/>
                <a:cs typeface="Roboto"/>
                <a:sym typeface="Roboto"/>
              </a:rPr>
              <a:t>TASK COMPLETE</a:t>
            </a:r>
            <a:endParaRPr sz="1000" b="1">
              <a:solidFill>
                <a:schemeClr val="lt1"/>
              </a:solidFill>
              <a:latin typeface="Roboto"/>
              <a:ea typeface="Roboto"/>
              <a:cs typeface="Roboto"/>
              <a:sym typeface="Roboto"/>
            </a:endParaRPr>
          </a:p>
        </p:txBody>
      </p:sp>
      <p:sp>
        <p:nvSpPr>
          <p:cNvPr id="458" name="Google Shape;458;p55"/>
          <p:cNvSpPr/>
          <p:nvPr/>
        </p:nvSpPr>
        <p:spPr>
          <a:xfrm>
            <a:off x="3335136" y="2706243"/>
            <a:ext cx="2275800" cy="404700"/>
          </a:xfrm>
          <a:prstGeom prst="roundRect">
            <a:avLst>
              <a:gd name="adj" fmla="val 16667"/>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TIX Two Text Medium"/>
                <a:ea typeface="STIX Two Text Medium"/>
                <a:cs typeface="STIX Two Text Medium"/>
                <a:sym typeface="STIX Two Text Medium"/>
              </a:rPr>
              <a:t>Orchestration Progress Ledger</a:t>
            </a:r>
            <a:endParaRPr sz="1200">
              <a:solidFill>
                <a:schemeClr val="dk1"/>
              </a:solidFill>
              <a:latin typeface="STIX Two Text Medium"/>
              <a:ea typeface="STIX Two Text Medium"/>
              <a:cs typeface="STIX Two Text Medium"/>
              <a:sym typeface="STIX Two Text Medium"/>
            </a:endParaRPr>
          </a:p>
          <a:p>
            <a:pPr marL="0" lvl="0" indent="0" algn="ctr" rtl="0">
              <a:spcBef>
                <a:spcPts val="0"/>
              </a:spcBef>
              <a:spcAft>
                <a:spcPts val="0"/>
              </a:spcAft>
              <a:buNone/>
            </a:pPr>
            <a:r>
              <a:rPr lang="en" sz="1200">
                <a:solidFill>
                  <a:schemeClr val="lt1"/>
                </a:solidFill>
                <a:latin typeface="STIX Two Text Medium"/>
                <a:ea typeface="STIX Two Text Medium"/>
                <a:cs typeface="STIX Two Text Medium"/>
                <a:sym typeface="STIX Two Text Medium"/>
              </a:rPr>
              <a:t>(created on first iteration)</a:t>
            </a:r>
            <a:endParaRPr sz="1200">
              <a:solidFill>
                <a:schemeClr val="lt1"/>
              </a:solidFill>
              <a:latin typeface="STIX Two Text Medium"/>
              <a:ea typeface="STIX Two Text Medium"/>
              <a:cs typeface="STIX Two Text Medium"/>
              <a:sym typeface="STIX Two Text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5"/>
                                        </p:tgtEl>
                                        <p:attrNameLst>
                                          <p:attrName>style.visibility</p:attrName>
                                        </p:attrNameLst>
                                      </p:cBhvr>
                                      <p:to>
                                        <p:strVal val="visible"/>
                                      </p:to>
                                    </p:set>
                                    <p:animEffect transition="in" filter="fade">
                                      <p:cBhvr>
                                        <p:cTn id="7" dur="500"/>
                                        <p:tgtEl>
                                          <p:spTgt spid="4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4"/>
                                        </p:tgtEl>
                                        <p:attrNameLst>
                                          <p:attrName>style.visibility</p:attrName>
                                        </p:attrNameLst>
                                      </p:cBhvr>
                                      <p:to>
                                        <p:strVal val="visible"/>
                                      </p:to>
                                    </p:set>
                                    <p:animEffect transition="in" filter="fade">
                                      <p:cBhvr>
                                        <p:cTn id="12" dur="500"/>
                                        <p:tgtEl>
                                          <p:spTgt spid="4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36"/>
                                        </p:tgtEl>
                                        <p:attrNameLst>
                                          <p:attrName>style.visibility</p:attrName>
                                        </p:attrNameLst>
                                      </p:cBhvr>
                                      <p:to>
                                        <p:strVal val="visible"/>
                                      </p:to>
                                    </p:set>
                                    <p:animEffect transition="in" filter="fade">
                                      <p:cBhvr>
                                        <p:cTn id="17" dur="500"/>
                                        <p:tgtEl>
                                          <p:spTgt spid="4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53"/>
                                        </p:tgtEl>
                                        <p:attrNameLst>
                                          <p:attrName>style.visibility</p:attrName>
                                        </p:attrNameLst>
                                      </p:cBhvr>
                                      <p:to>
                                        <p:strVal val="visible"/>
                                      </p:to>
                                    </p:set>
                                    <p:animEffect transition="in" filter="fade">
                                      <p:cBhvr>
                                        <p:cTn id="22" dur="500"/>
                                        <p:tgtEl>
                                          <p:spTgt spid="45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52"/>
                                        </p:tgtEl>
                                        <p:attrNameLst>
                                          <p:attrName>style.visibility</p:attrName>
                                        </p:attrNameLst>
                                      </p:cBhvr>
                                      <p:to>
                                        <p:strVal val="visible"/>
                                      </p:to>
                                    </p:set>
                                    <p:animEffect transition="in" filter="fade">
                                      <p:cBhvr>
                                        <p:cTn id="25" dur="500"/>
                                        <p:tgtEl>
                                          <p:spTgt spid="45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51"/>
                                        </p:tgtEl>
                                        <p:attrNameLst>
                                          <p:attrName>style.visibility</p:attrName>
                                        </p:attrNameLst>
                                      </p:cBhvr>
                                      <p:to>
                                        <p:strVal val="visible"/>
                                      </p:to>
                                    </p:set>
                                    <p:animEffect transition="in" filter="fade">
                                      <p:cBhvr>
                                        <p:cTn id="30" dur="500"/>
                                        <p:tgtEl>
                                          <p:spTgt spid="45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58"/>
                                        </p:tgtEl>
                                        <p:attrNameLst>
                                          <p:attrName>style.visibility</p:attrName>
                                        </p:attrNameLst>
                                      </p:cBhvr>
                                      <p:to>
                                        <p:strVal val="visible"/>
                                      </p:to>
                                    </p:set>
                                    <p:animEffect transition="in" filter="fade">
                                      <p:cBhvr>
                                        <p:cTn id="33" dur="500"/>
                                        <p:tgtEl>
                                          <p:spTgt spid="45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37"/>
                                        </p:tgtEl>
                                        <p:attrNameLst>
                                          <p:attrName>style.visibility</p:attrName>
                                        </p:attrNameLst>
                                      </p:cBhvr>
                                      <p:to>
                                        <p:strVal val="visible"/>
                                      </p:to>
                                    </p:set>
                                    <p:animEffect transition="in" filter="fade">
                                      <p:cBhvr>
                                        <p:cTn id="38" dur="500"/>
                                        <p:tgtEl>
                                          <p:spTgt spid="437"/>
                                        </p:tgtEl>
                                      </p:cBhvr>
                                    </p:animEffect>
                                  </p:childTnLst>
                                </p:cTn>
                              </p:par>
                              <p:par>
                                <p:cTn id="39" presetID="10" presetClass="entr" presetSubtype="0" fill="hold" nodeType="withEffect">
                                  <p:stCondLst>
                                    <p:cond delay="0"/>
                                  </p:stCondLst>
                                  <p:childTnLst>
                                    <p:set>
                                      <p:cBhvr>
                                        <p:cTn id="40" dur="1" fill="hold">
                                          <p:stCondLst>
                                            <p:cond delay="0"/>
                                          </p:stCondLst>
                                        </p:cTn>
                                        <p:tgtEl>
                                          <p:spTgt spid="446"/>
                                        </p:tgtEl>
                                        <p:attrNameLst>
                                          <p:attrName>style.visibility</p:attrName>
                                        </p:attrNameLst>
                                      </p:cBhvr>
                                      <p:to>
                                        <p:strVal val="visible"/>
                                      </p:to>
                                    </p:set>
                                    <p:animEffect transition="in" filter="fade">
                                      <p:cBhvr>
                                        <p:cTn id="41" dur="500"/>
                                        <p:tgtEl>
                                          <p:spTgt spid="44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38"/>
                                        </p:tgtEl>
                                        <p:attrNameLst>
                                          <p:attrName>style.visibility</p:attrName>
                                        </p:attrNameLst>
                                      </p:cBhvr>
                                      <p:to>
                                        <p:strVal val="visible"/>
                                      </p:to>
                                    </p:set>
                                    <p:animEffect transition="in" filter="fade">
                                      <p:cBhvr>
                                        <p:cTn id="46" dur="500"/>
                                        <p:tgtEl>
                                          <p:spTgt spid="43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45"/>
                                        </p:tgtEl>
                                        <p:attrNameLst>
                                          <p:attrName>style.visibility</p:attrName>
                                        </p:attrNameLst>
                                      </p:cBhvr>
                                      <p:to>
                                        <p:strVal val="visible"/>
                                      </p:to>
                                    </p:set>
                                    <p:animEffect transition="in" filter="fade">
                                      <p:cBhvr>
                                        <p:cTn id="51" dur="500"/>
                                        <p:tgtEl>
                                          <p:spTgt spid="445"/>
                                        </p:tgtEl>
                                      </p:cBhvr>
                                    </p:animEffect>
                                  </p:childTnLst>
                                </p:cTn>
                              </p:par>
                              <p:par>
                                <p:cTn id="52" presetID="10" presetClass="entr" presetSubtype="0" fill="hold" nodeType="withEffect">
                                  <p:stCondLst>
                                    <p:cond delay="0"/>
                                  </p:stCondLst>
                                  <p:childTnLst>
                                    <p:set>
                                      <p:cBhvr>
                                        <p:cTn id="53" dur="1" fill="hold">
                                          <p:stCondLst>
                                            <p:cond delay="0"/>
                                          </p:stCondLst>
                                        </p:cTn>
                                        <p:tgtEl>
                                          <p:spTgt spid="439"/>
                                        </p:tgtEl>
                                        <p:attrNameLst>
                                          <p:attrName>style.visibility</p:attrName>
                                        </p:attrNameLst>
                                      </p:cBhvr>
                                      <p:to>
                                        <p:strVal val="visible"/>
                                      </p:to>
                                    </p:set>
                                    <p:animEffect transition="in" filter="fade">
                                      <p:cBhvr>
                                        <p:cTn id="54" dur="500"/>
                                        <p:tgtEl>
                                          <p:spTgt spid="43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40"/>
                                        </p:tgtEl>
                                        <p:attrNameLst>
                                          <p:attrName>style.visibility</p:attrName>
                                        </p:attrNameLst>
                                      </p:cBhvr>
                                      <p:to>
                                        <p:strVal val="visible"/>
                                      </p:to>
                                    </p:set>
                                    <p:animEffect transition="in" filter="fade">
                                      <p:cBhvr>
                                        <p:cTn id="57" dur="500"/>
                                        <p:tgtEl>
                                          <p:spTgt spid="44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42"/>
                                        </p:tgtEl>
                                        <p:attrNameLst>
                                          <p:attrName>style.visibility</p:attrName>
                                        </p:attrNameLst>
                                      </p:cBhvr>
                                      <p:to>
                                        <p:strVal val="visible"/>
                                      </p:to>
                                    </p:set>
                                    <p:animEffect transition="in" filter="fade">
                                      <p:cBhvr>
                                        <p:cTn id="62" dur="500"/>
                                        <p:tgtEl>
                                          <p:spTgt spid="442"/>
                                        </p:tgtEl>
                                      </p:cBhvr>
                                    </p:animEffect>
                                  </p:childTnLst>
                                </p:cTn>
                              </p:par>
                              <p:par>
                                <p:cTn id="63" presetID="10" presetClass="entr" presetSubtype="0" fill="hold" nodeType="withEffect">
                                  <p:stCondLst>
                                    <p:cond delay="0"/>
                                  </p:stCondLst>
                                  <p:childTnLst>
                                    <p:set>
                                      <p:cBhvr>
                                        <p:cTn id="64" dur="1" fill="hold">
                                          <p:stCondLst>
                                            <p:cond delay="0"/>
                                          </p:stCondLst>
                                        </p:cTn>
                                        <p:tgtEl>
                                          <p:spTgt spid="447"/>
                                        </p:tgtEl>
                                        <p:attrNameLst>
                                          <p:attrName>style.visibility</p:attrName>
                                        </p:attrNameLst>
                                      </p:cBhvr>
                                      <p:to>
                                        <p:strVal val="visible"/>
                                      </p:to>
                                    </p:set>
                                    <p:animEffect transition="in" filter="fade">
                                      <p:cBhvr>
                                        <p:cTn id="65" dur="500"/>
                                        <p:tgtEl>
                                          <p:spTgt spid="44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41"/>
                                        </p:tgtEl>
                                        <p:attrNameLst>
                                          <p:attrName>style.visibility</p:attrName>
                                        </p:attrNameLst>
                                      </p:cBhvr>
                                      <p:to>
                                        <p:strVal val="visible"/>
                                      </p:to>
                                    </p:set>
                                    <p:animEffect transition="in" filter="fade">
                                      <p:cBhvr>
                                        <p:cTn id="68" dur="500"/>
                                        <p:tgtEl>
                                          <p:spTgt spid="44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443"/>
                                        </p:tgtEl>
                                        <p:attrNameLst>
                                          <p:attrName>style.visibility</p:attrName>
                                        </p:attrNameLst>
                                      </p:cBhvr>
                                      <p:to>
                                        <p:strVal val="visible"/>
                                      </p:to>
                                    </p:set>
                                    <p:animEffect transition="in" filter="fade">
                                      <p:cBhvr>
                                        <p:cTn id="73" dur="500"/>
                                        <p:tgtEl>
                                          <p:spTgt spid="443"/>
                                        </p:tgtEl>
                                      </p:cBhvr>
                                    </p:animEffect>
                                  </p:childTnLst>
                                </p:cTn>
                              </p:par>
                              <p:par>
                                <p:cTn id="74" presetID="10" presetClass="entr" presetSubtype="0" fill="hold" nodeType="withEffect">
                                  <p:stCondLst>
                                    <p:cond delay="0"/>
                                  </p:stCondLst>
                                  <p:childTnLst>
                                    <p:set>
                                      <p:cBhvr>
                                        <p:cTn id="75" dur="1" fill="hold">
                                          <p:stCondLst>
                                            <p:cond delay="0"/>
                                          </p:stCondLst>
                                        </p:cTn>
                                        <p:tgtEl>
                                          <p:spTgt spid="448"/>
                                        </p:tgtEl>
                                        <p:attrNameLst>
                                          <p:attrName>style.visibility</p:attrName>
                                        </p:attrNameLst>
                                      </p:cBhvr>
                                      <p:to>
                                        <p:strVal val="visible"/>
                                      </p:to>
                                    </p:set>
                                    <p:animEffect transition="in" filter="fade">
                                      <p:cBhvr>
                                        <p:cTn id="76" dur="500"/>
                                        <p:tgtEl>
                                          <p:spTgt spid="4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44"/>
                                        </p:tgtEl>
                                        <p:attrNameLst>
                                          <p:attrName>style.visibility</p:attrName>
                                        </p:attrNameLst>
                                      </p:cBhvr>
                                      <p:to>
                                        <p:strVal val="visible"/>
                                      </p:to>
                                    </p:set>
                                    <p:animEffect transition="in" filter="fade">
                                      <p:cBhvr>
                                        <p:cTn id="79" dur="500"/>
                                        <p:tgtEl>
                                          <p:spTgt spid="444"/>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455"/>
                                        </p:tgtEl>
                                        <p:attrNameLst>
                                          <p:attrName>style.visibility</p:attrName>
                                        </p:attrNameLst>
                                      </p:cBhvr>
                                      <p:to>
                                        <p:strVal val="visible"/>
                                      </p:to>
                                    </p:set>
                                    <p:animEffect transition="in" filter="fade">
                                      <p:cBhvr>
                                        <p:cTn id="84" dur="500"/>
                                        <p:tgtEl>
                                          <p:spTgt spid="45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4"/>
                                        </p:tgtEl>
                                        <p:attrNameLst>
                                          <p:attrName>style.visibility</p:attrName>
                                        </p:attrNameLst>
                                      </p:cBhvr>
                                      <p:to>
                                        <p:strVal val="visible"/>
                                      </p:to>
                                    </p:set>
                                    <p:animEffect transition="in" filter="fade">
                                      <p:cBhvr>
                                        <p:cTn id="87" dur="500"/>
                                        <p:tgtEl>
                                          <p:spTgt spid="45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50"/>
                                        </p:tgtEl>
                                        <p:attrNameLst>
                                          <p:attrName>style.visibility</p:attrName>
                                        </p:attrNameLst>
                                      </p:cBhvr>
                                      <p:to>
                                        <p:strVal val="visible"/>
                                      </p:to>
                                    </p:set>
                                    <p:animEffect transition="in" filter="fade">
                                      <p:cBhvr>
                                        <p:cTn id="92" dur="500"/>
                                        <p:tgtEl>
                                          <p:spTgt spid="450"/>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456"/>
                                        </p:tgtEl>
                                        <p:attrNameLst>
                                          <p:attrName>style.visibility</p:attrName>
                                        </p:attrNameLst>
                                      </p:cBhvr>
                                      <p:to>
                                        <p:strVal val="visible"/>
                                      </p:to>
                                    </p:set>
                                    <p:animEffect transition="in" filter="fade">
                                      <p:cBhvr>
                                        <p:cTn id="97" dur="500"/>
                                        <p:tgtEl>
                                          <p:spTgt spid="45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57"/>
                                        </p:tgtEl>
                                        <p:attrNameLst>
                                          <p:attrName>style.visibility</p:attrName>
                                        </p:attrNameLst>
                                      </p:cBhvr>
                                      <p:to>
                                        <p:strVal val="visible"/>
                                      </p:to>
                                    </p:set>
                                    <p:animEffect transition="in" filter="fade">
                                      <p:cBhvr>
                                        <p:cTn id="100" dur="500"/>
                                        <p:tgtEl>
                                          <p:spTgt spid="457"/>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449"/>
                                        </p:tgtEl>
                                        <p:attrNameLst>
                                          <p:attrName>style.visibility</p:attrName>
                                        </p:attrNameLst>
                                      </p:cBhvr>
                                      <p:to>
                                        <p:strVal val="visible"/>
                                      </p:to>
                                    </p:set>
                                    <p:animEffect transition="in" filter="fade">
                                      <p:cBhvr>
                                        <p:cTn id="105" dur="500"/>
                                        <p:tgtEl>
                                          <p:spTgt spid="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 grpId="0" animBg="1"/>
      <p:bldP spid="435" grpId="0"/>
      <p:bldP spid="436" grpId="0" animBg="1"/>
      <p:bldP spid="438" grpId="0" animBg="1"/>
      <p:bldP spid="440" grpId="0" animBg="1"/>
      <p:bldP spid="441" grpId="0" animBg="1"/>
      <p:bldP spid="444" grpId="0" animBg="1"/>
      <p:bldP spid="449" grpId="0"/>
      <p:bldP spid="450" grpId="0" animBg="1"/>
      <p:bldP spid="451" grpId="0" animBg="1"/>
      <p:bldP spid="452" grpId="0" animBg="1"/>
      <p:bldP spid="453" grpId="0" animBg="1"/>
      <p:bldP spid="454" grpId="0" animBg="1"/>
      <p:bldP spid="455" grpId="0"/>
      <p:bldP spid="457" grpId="0"/>
      <p:bldP spid="45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6"/>
          <p:cNvSpPr txBox="1"/>
          <p:nvPr/>
        </p:nvSpPr>
        <p:spPr>
          <a:xfrm>
            <a:off x="1302524" y="-67225"/>
            <a:ext cx="7784325" cy="44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chemeClr val="lt1"/>
                </a:solidFill>
                <a:latin typeface="STIX Two Text"/>
                <a:ea typeface="STIX Two Text"/>
                <a:cs typeface="STIX Two Text"/>
                <a:sym typeface="STIX Two Text"/>
              </a:rPr>
              <a:t>Magentic-One Orchestrator: </a:t>
            </a:r>
            <a:r>
              <a:rPr lang="en" sz="2400" dirty="0">
                <a:solidFill>
                  <a:schemeClr val="accent2"/>
                </a:solidFill>
                <a:latin typeface="STIX Two Text"/>
                <a:ea typeface="STIX Two Text"/>
                <a:cs typeface="STIX Two Text"/>
                <a:sym typeface="STIX Two Text"/>
              </a:rPr>
              <a:t>Outer</a:t>
            </a:r>
            <a:r>
              <a:rPr lang="en" sz="2400" dirty="0">
                <a:solidFill>
                  <a:schemeClr val="lt1"/>
                </a:solidFill>
                <a:latin typeface="STIX Two Text"/>
                <a:ea typeface="STIX Two Text"/>
                <a:cs typeface="STIX Two Text"/>
                <a:sym typeface="STIX Two Text"/>
              </a:rPr>
              <a:t> and </a:t>
            </a:r>
            <a:r>
              <a:rPr lang="en" sz="2400" dirty="0">
                <a:solidFill>
                  <a:schemeClr val="accent2"/>
                </a:solidFill>
                <a:latin typeface="STIX Two Text"/>
                <a:ea typeface="STIX Two Text"/>
                <a:cs typeface="STIX Two Text"/>
                <a:sym typeface="STIX Two Text"/>
              </a:rPr>
              <a:t>Inner Loop</a:t>
            </a:r>
            <a:endParaRPr sz="2400" dirty="0">
              <a:solidFill>
                <a:schemeClr val="accent2"/>
              </a:solidFill>
              <a:latin typeface="STIX Two Text"/>
              <a:ea typeface="STIX Two Text"/>
              <a:cs typeface="STIX Two Text"/>
              <a:sym typeface="STIX Two Text"/>
            </a:endParaRPr>
          </a:p>
        </p:txBody>
      </p:sp>
      <p:sp>
        <p:nvSpPr>
          <p:cNvPr id="29" name="Oval 28">
            <a:extLst>
              <a:ext uri="{FF2B5EF4-FFF2-40B4-BE49-F238E27FC236}">
                <a16:creationId xmlns:a16="http://schemas.microsoft.com/office/drawing/2014/main" id="{22E83A14-AF0F-CF75-CDF8-84B18A66C73E}"/>
              </a:ext>
            </a:extLst>
          </p:cNvPr>
          <p:cNvSpPr/>
          <p:nvPr/>
        </p:nvSpPr>
        <p:spPr>
          <a:xfrm>
            <a:off x="2247901" y="619125"/>
            <a:ext cx="4772024" cy="4305300"/>
          </a:xfrm>
          <a:prstGeom prst="ellipse">
            <a:avLst/>
          </a:prstGeom>
          <a:solidFill>
            <a:srgbClr val="FFCC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Roboto" panose="02000000000000000000" pitchFamily="2" charset="0"/>
                <a:ea typeface="Roboto" panose="02000000000000000000" pitchFamily="2" charset="0"/>
                <a:cs typeface="Roboto" panose="02000000000000000000" pitchFamily="2" charset="0"/>
              </a:rPr>
              <a:t>The outer loop manages overall task planning, adapts to failures by revising plans, and coordinates agent activities through multiple cycles until the task is completed or terminated.</a:t>
            </a:r>
          </a:p>
          <a:p>
            <a:pPr algn="ctr"/>
            <a:endParaRPr lang="en-US" sz="11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en-US" sz="11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en-US" sz="11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en-US" sz="11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en-US" sz="11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SG" dirty="0"/>
          </a:p>
        </p:txBody>
      </p:sp>
      <p:sp>
        <p:nvSpPr>
          <p:cNvPr id="30" name="Oval 29">
            <a:extLst>
              <a:ext uri="{FF2B5EF4-FFF2-40B4-BE49-F238E27FC236}">
                <a16:creationId xmlns:a16="http://schemas.microsoft.com/office/drawing/2014/main" id="{48CD3604-4471-2B12-A325-BD62FF0511BC}"/>
              </a:ext>
            </a:extLst>
          </p:cNvPr>
          <p:cNvSpPr/>
          <p:nvPr/>
        </p:nvSpPr>
        <p:spPr>
          <a:xfrm>
            <a:off x="3343275" y="2390775"/>
            <a:ext cx="2581275" cy="2305051"/>
          </a:xfrm>
          <a:prstGeom prst="ellipse">
            <a:avLst/>
          </a:prstGeom>
          <a:solidFill>
            <a:srgbClr val="F0D2C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Roboto" panose="02000000000000000000" pitchFamily="2" charset="0"/>
                <a:ea typeface="Roboto" panose="02000000000000000000" pitchFamily="2" charset="0"/>
                <a:cs typeface="Roboto" panose="02000000000000000000" pitchFamily="2" charset="0"/>
              </a:rPr>
              <a:t>In the inner loop, the Orchestrator assigns subtasks to agents one step at a time, tracks progress, and checks if the task is complete. If progress stalls, it triggers the outer loop for reflection and replanning.</a:t>
            </a:r>
            <a:endParaRPr lang="en-SG"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63"/>
                                        </p:tgtEl>
                                        <p:attrNameLst>
                                          <p:attrName>style.visibility</p:attrName>
                                        </p:attrNameLst>
                                      </p:cBhvr>
                                      <p:to>
                                        <p:strVal val="visible"/>
                                      </p:to>
                                    </p:set>
                                    <p:animEffect transition="in" filter="fade">
                                      <p:cBhvr>
                                        <p:cTn id="7" dur="1000"/>
                                        <p:tgtEl>
                                          <p:spTgt spid="463"/>
                                        </p:tgtEl>
                                      </p:cBhvr>
                                    </p:animEffect>
                                    <p:anim calcmode="lin" valueType="num">
                                      <p:cBhvr>
                                        <p:cTn id="8" dur="1000" fill="hold"/>
                                        <p:tgtEl>
                                          <p:spTgt spid="463"/>
                                        </p:tgtEl>
                                        <p:attrNameLst>
                                          <p:attrName>ppt_x</p:attrName>
                                        </p:attrNameLst>
                                      </p:cBhvr>
                                      <p:tavLst>
                                        <p:tav tm="0">
                                          <p:val>
                                            <p:strVal val="#ppt_x"/>
                                          </p:val>
                                        </p:tav>
                                        <p:tav tm="100000">
                                          <p:val>
                                            <p:strVal val="#ppt_x"/>
                                          </p:val>
                                        </p:tav>
                                      </p:tavLst>
                                    </p:anim>
                                    <p:anim calcmode="lin" valueType="num">
                                      <p:cBhvr>
                                        <p:cTn id="9" dur="1000" fill="hold"/>
                                        <p:tgtEl>
                                          <p:spTgt spid="46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1000"/>
                                        <p:tgtEl>
                                          <p:spTgt spid="29"/>
                                        </p:tgtEl>
                                      </p:cBhvr>
                                    </p:animEffect>
                                    <p:anim calcmode="lin" valueType="num">
                                      <p:cBhvr>
                                        <p:cTn id="15" dur="1000" fill="hold"/>
                                        <p:tgtEl>
                                          <p:spTgt spid="29"/>
                                        </p:tgtEl>
                                        <p:attrNameLst>
                                          <p:attrName>ppt_x</p:attrName>
                                        </p:attrNameLst>
                                      </p:cBhvr>
                                      <p:tavLst>
                                        <p:tav tm="0">
                                          <p:val>
                                            <p:strVal val="#ppt_x"/>
                                          </p:val>
                                        </p:tav>
                                        <p:tav tm="100000">
                                          <p:val>
                                            <p:strVal val="#ppt_x"/>
                                          </p:val>
                                        </p:tav>
                                      </p:tavLst>
                                    </p:anim>
                                    <p:anim calcmode="lin" valueType="num">
                                      <p:cBhvr>
                                        <p:cTn id="16"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1000"/>
                                        <p:tgtEl>
                                          <p:spTgt spid="30"/>
                                        </p:tgtEl>
                                      </p:cBhvr>
                                    </p:animEffect>
                                    <p:anim calcmode="lin" valueType="num">
                                      <p:cBhvr>
                                        <p:cTn id="22" dur="1000" fill="hold"/>
                                        <p:tgtEl>
                                          <p:spTgt spid="30"/>
                                        </p:tgtEl>
                                        <p:attrNameLst>
                                          <p:attrName>ppt_x</p:attrName>
                                        </p:attrNameLst>
                                      </p:cBhvr>
                                      <p:tavLst>
                                        <p:tav tm="0">
                                          <p:val>
                                            <p:strVal val="#ppt_x"/>
                                          </p:val>
                                        </p:tav>
                                        <p:tav tm="100000">
                                          <p:val>
                                            <p:strVal val="#ppt_x"/>
                                          </p:val>
                                        </p:tav>
                                      </p:tavLst>
                                    </p:anim>
                                    <p:anim calcmode="lin" valueType="num">
                                      <p:cBhvr>
                                        <p:cTn id="23"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 grpId="0"/>
      <p:bldP spid="29" grpId="0" animBg="1"/>
      <p:bldP spid="3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57"/>
          <p:cNvSpPr txBox="1">
            <a:spLocks noGrp="1"/>
          </p:cNvSpPr>
          <p:nvPr>
            <p:ph type="title" idx="4294967295"/>
          </p:nvPr>
        </p:nvSpPr>
        <p:spPr>
          <a:xfrm>
            <a:off x="152150" y="41650"/>
            <a:ext cx="3871500" cy="3231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100" b="1" dirty="0">
                <a:solidFill>
                  <a:schemeClr val="accent2"/>
                </a:solidFill>
                <a:latin typeface="STIX Two Text"/>
                <a:ea typeface="STIX Two Text"/>
                <a:cs typeface="STIX Two Text"/>
                <a:sym typeface="STIX Two Text"/>
              </a:rPr>
              <a:t>Illustrative Example</a:t>
            </a:r>
            <a:endParaRPr sz="2100" b="1" dirty="0">
              <a:solidFill>
                <a:schemeClr val="accent2"/>
              </a:solidFill>
              <a:latin typeface="STIX Two Text"/>
              <a:ea typeface="STIX Two Text"/>
              <a:cs typeface="STIX Two Text"/>
              <a:sym typeface="STIX Two Text"/>
            </a:endParaRPr>
          </a:p>
          <a:p>
            <a:pPr marL="0" lvl="0" indent="0" algn="l" rtl="0">
              <a:lnSpc>
                <a:spcPct val="100000"/>
              </a:lnSpc>
              <a:spcBef>
                <a:spcPts val="0"/>
              </a:spcBef>
              <a:spcAft>
                <a:spcPts val="0"/>
              </a:spcAft>
              <a:buNone/>
            </a:pPr>
            <a:endParaRPr sz="2100" b="1" dirty="0">
              <a:solidFill>
                <a:schemeClr val="accent2"/>
              </a:solidFill>
              <a:latin typeface="STIX Two Text"/>
              <a:ea typeface="STIX Two Text"/>
              <a:cs typeface="STIX Two Text"/>
              <a:sym typeface="STIX Two Text"/>
            </a:endParaRPr>
          </a:p>
        </p:txBody>
      </p:sp>
      <p:sp>
        <p:nvSpPr>
          <p:cNvPr id="475" name="Google Shape;475;p57"/>
          <p:cNvSpPr/>
          <p:nvPr/>
        </p:nvSpPr>
        <p:spPr>
          <a:xfrm>
            <a:off x="152150" y="790700"/>
            <a:ext cx="2847000" cy="903750"/>
          </a:xfrm>
          <a:prstGeom prst="flowChartPunchedTape">
            <a:avLst/>
          </a:prstGeom>
          <a:solidFill>
            <a:srgbClr val="FFD966"/>
          </a:solidFill>
          <a:ln w="9525"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Survey and make a concise slide presentation of AI safety papers published in the last month.</a:t>
            </a:r>
            <a:endParaRPr sz="900" b="1" i="1">
              <a:latin typeface="Roboto"/>
              <a:ea typeface="Roboto"/>
              <a:cs typeface="Roboto"/>
              <a:sym typeface="Roboto"/>
            </a:endParaRPr>
          </a:p>
        </p:txBody>
      </p:sp>
      <p:sp>
        <p:nvSpPr>
          <p:cNvPr id="476" name="Google Shape;476;p57"/>
          <p:cNvSpPr txBox="1"/>
          <p:nvPr/>
        </p:nvSpPr>
        <p:spPr>
          <a:xfrm>
            <a:off x="1116650" y="449550"/>
            <a:ext cx="447900" cy="3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lt1"/>
                </a:solidFill>
                <a:latin typeface="STIX Two Text"/>
                <a:ea typeface="STIX Two Text"/>
                <a:cs typeface="STIX Two Text"/>
                <a:sym typeface="STIX Two Text"/>
              </a:rPr>
              <a:t>1</a:t>
            </a:r>
            <a:endParaRPr sz="2400" b="1">
              <a:solidFill>
                <a:schemeClr val="lt1"/>
              </a:solidFill>
              <a:latin typeface="STIX Two Text"/>
              <a:ea typeface="STIX Two Text"/>
              <a:cs typeface="STIX Two Text"/>
              <a:sym typeface="STIX Two Text"/>
            </a:endParaRPr>
          </a:p>
        </p:txBody>
      </p:sp>
      <p:sp>
        <p:nvSpPr>
          <p:cNvPr id="477" name="Google Shape;477;p57"/>
          <p:cNvSpPr txBox="1"/>
          <p:nvPr/>
        </p:nvSpPr>
        <p:spPr>
          <a:xfrm>
            <a:off x="3499550" y="1059138"/>
            <a:ext cx="447900" cy="3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dirty="0">
                <a:solidFill>
                  <a:schemeClr val="lt2"/>
                </a:solidFill>
                <a:latin typeface="STIX Two Text"/>
                <a:ea typeface="STIX Two Text"/>
                <a:cs typeface="STIX Two Text"/>
                <a:sym typeface="STIX Two Text"/>
              </a:rPr>
              <a:t>2</a:t>
            </a:r>
            <a:endParaRPr sz="2400" b="1" dirty="0">
              <a:solidFill>
                <a:schemeClr val="lt2"/>
              </a:solidFill>
              <a:latin typeface="STIX Two Text"/>
              <a:ea typeface="STIX Two Text"/>
              <a:cs typeface="STIX Two Text"/>
              <a:sym typeface="STIX Two Text"/>
            </a:endParaRPr>
          </a:p>
        </p:txBody>
      </p:sp>
      <p:sp>
        <p:nvSpPr>
          <p:cNvPr id="478" name="Google Shape;478;p57"/>
          <p:cNvSpPr/>
          <p:nvPr/>
        </p:nvSpPr>
        <p:spPr>
          <a:xfrm>
            <a:off x="3947450" y="1018375"/>
            <a:ext cx="1465500" cy="1354500"/>
          </a:xfrm>
          <a:prstGeom prst="ellipse">
            <a:avLst/>
          </a:prstGeom>
          <a:gradFill>
            <a:gsLst>
              <a:gs pos="0">
                <a:srgbClr val="DCF7FF"/>
              </a:gs>
              <a:gs pos="100000">
                <a:srgbClr val="5ED8FB"/>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latin typeface="Roboto"/>
                <a:ea typeface="Roboto"/>
                <a:cs typeface="Roboto"/>
                <a:sym typeface="Roboto"/>
              </a:rPr>
              <a:t>Orchestrator</a:t>
            </a:r>
            <a:endParaRPr sz="1100" b="1">
              <a:latin typeface="Roboto"/>
              <a:ea typeface="Roboto"/>
              <a:cs typeface="Roboto"/>
              <a:sym typeface="Roboto"/>
            </a:endParaRPr>
          </a:p>
        </p:txBody>
      </p:sp>
      <p:sp>
        <p:nvSpPr>
          <p:cNvPr id="479" name="Google Shape;479;p57"/>
          <p:cNvSpPr/>
          <p:nvPr/>
        </p:nvSpPr>
        <p:spPr>
          <a:xfrm>
            <a:off x="6621575" y="754800"/>
            <a:ext cx="2039400" cy="404700"/>
          </a:xfrm>
          <a:prstGeom prst="roundRect">
            <a:avLst>
              <a:gd name="adj" fmla="val 16667"/>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Medium"/>
                <a:ea typeface="Roboto Medium"/>
                <a:cs typeface="Roboto Medium"/>
                <a:sym typeface="Roboto Medium"/>
              </a:rPr>
              <a:t>Orchestration Task Ledger</a:t>
            </a:r>
            <a:endParaRPr sz="1000">
              <a:latin typeface="Roboto Medium"/>
              <a:ea typeface="Roboto Medium"/>
              <a:cs typeface="Roboto Medium"/>
              <a:sym typeface="Roboto Medium"/>
            </a:endParaRPr>
          </a:p>
        </p:txBody>
      </p:sp>
      <p:sp>
        <p:nvSpPr>
          <p:cNvPr id="480" name="Google Shape;480;p57"/>
          <p:cNvSpPr/>
          <p:nvPr/>
        </p:nvSpPr>
        <p:spPr>
          <a:xfrm>
            <a:off x="6621575" y="1646350"/>
            <a:ext cx="2039400" cy="404700"/>
          </a:xfrm>
          <a:prstGeom prst="roundRect">
            <a:avLst>
              <a:gd name="adj" fmla="val 16667"/>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2"/>
                </a:solidFill>
                <a:latin typeface="Roboto Medium"/>
                <a:ea typeface="Roboto Medium"/>
                <a:cs typeface="Roboto Medium"/>
                <a:sym typeface="Roboto Medium"/>
              </a:rPr>
              <a:t>Orchestration Progress Ledger</a:t>
            </a:r>
            <a:endParaRPr sz="1000">
              <a:solidFill>
                <a:schemeClr val="lt2"/>
              </a:solidFill>
              <a:latin typeface="Roboto Medium"/>
              <a:ea typeface="Roboto Medium"/>
              <a:cs typeface="Roboto Medium"/>
              <a:sym typeface="Roboto Medium"/>
            </a:endParaRPr>
          </a:p>
        </p:txBody>
      </p:sp>
      <p:cxnSp>
        <p:nvCxnSpPr>
          <p:cNvPr id="481" name="Google Shape;481;p57"/>
          <p:cNvCxnSpPr>
            <a:stCxn id="475" idx="3"/>
            <a:endCxn id="478" idx="2"/>
          </p:cNvCxnSpPr>
          <p:nvPr/>
        </p:nvCxnSpPr>
        <p:spPr>
          <a:xfrm>
            <a:off x="2999150" y="1242575"/>
            <a:ext cx="948300" cy="453000"/>
          </a:xfrm>
          <a:prstGeom prst="straightConnector1">
            <a:avLst/>
          </a:prstGeom>
          <a:noFill/>
          <a:ln w="28575" cap="flat" cmpd="sng">
            <a:solidFill>
              <a:schemeClr val="lt2"/>
            </a:solidFill>
            <a:prstDash val="solid"/>
            <a:round/>
            <a:headEnd type="none" w="med" len="med"/>
            <a:tailEnd type="triangle" w="med" len="med"/>
          </a:ln>
        </p:spPr>
      </p:cxnSp>
      <p:cxnSp>
        <p:nvCxnSpPr>
          <p:cNvPr id="482" name="Google Shape;482;p57"/>
          <p:cNvCxnSpPr>
            <a:stCxn id="478" idx="7"/>
            <a:endCxn id="479" idx="1"/>
          </p:cNvCxnSpPr>
          <p:nvPr/>
        </p:nvCxnSpPr>
        <p:spPr>
          <a:xfrm rot="10800000" flipH="1">
            <a:off x="5198332" y="957237"/>
            <a:ext cx="1423200" cy="259500"/>
          </a:xfrm>
          <a:prstGeom prst="straightConnector1">
            <a:avLst/>
          </a:prstGeom>
          <a:noFill/>
          <a:ln w="28575" cap="flat" cmpd="sng">
            <a:solidFill>
              <a:schemeClr val="lt2"/>
            </a:solidFill>
            <a:prstDash val="solid"/>
            <a:round/>
            <a:headEnd type="none" w="med" len="med"/>
            <a:tailEnd type="triangle" w="med" len="med"/>
          </a:ln>
        </p:spPr>
      </p:cxnSp>
      <p:cxnSp>
        <p:nvCxnSpPr>
          <p:cNvPr id="483" name="Google Shape;483;p57"/>
          <p:cNvCxnSpPr>
            <a:stCxn id="479" idx="2"/>
            <a:endCxn id="480" idx="0"/>
          </p:cNvCxnSpPr>
          <p:nvPr/>
        </p:nvCxnSpPr>
        <p:spPr>
          <a:xfrm>
            <a:off x="7641275" y="1159500"/>
            <a:ext cx="0" cy="486900"/>
          </a:xfrm>
          <a:prstGeom prst="straightConnector1">
            <a:avLst/>
          </a:prstGeom>
          <a:noFill/>
          <a:ln w="28575" cap="flat" cmpd="sng">
            <a:solidFill>
              <a:schemeClr val="lt2"/>
            </a:solidFill>
            <a:prstDash val="solid"/>
            <a:round/>
            <a:headEnd type="none" w="med" len="med"/>
            <a:tailEnd type="triangle" w="med" len="med"/>
          </a:ln>
        </p:spPr>
      </p:cxnSp>
      <p:sp>
        <p:nvSpPr>
          <p:cNvPr id="484" name="Google Shape;484;p57"/>
          <p:cNvSpPr txBox="1"/>
          <p:nvPr/>
        </p:nvSpPr>
        <p:spPr>
          <a:xfrm>
            <a:off x="5633150" y="1059138"/>
            <a:ext cx="447900" cy="3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lt2"/>
                </a:solidFill>
                <a:latin typeface="STIX Two Text"/>
                <a:ea typeface="STIX Two Text"/>
                <a:cs typeface="STIX Two Text"/>
                <a:sym typeface="STIX Two Text"/>
              </a:rPr>
              <a:t>3</a:t>
            </a:r>
            <a:endParaRPr sz="2400" b="1">
              <a:solidFill>
                <a:schemeClr val="lt2"/>
              </a:solidFill>
              <a:latin typeface="STIX Two Text"/>
              <a:ea typeface="STIX Two Text"/>
              <a:cs typeface="STIX Two Text"/>
              <a:sym typeface="STIX Two Text"/>
            </a:endParaRPr>
          </a:p>
        </p:txBody>
      </p:sp>
      <p:sp>
        <p:nvSpPr>
          <p:cNvPr id="485" name="Google Shape;485;p57"/>
          <p:cNvSpPr txBox="1"/>
          <p:nvPr/>
        </p:nvSpPr>
        <p:spPr>
          <a:xfrm>
            <a:off x="7157150" y="1135338"/>
            <a:ext cx="447900" cy="3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lt2"/>
                </a:solidFill>
                <a:latin typeface="STIX Two Text"/>
                <a:ea typeface="STIX Two Text"/>
                <a:cs typeface="STIX Two Text"/>
                <a:sym typeface="STIX Two Text"/>
              </a:rPr>
              <a:t>4</a:t>
            </a:r>
            <a:endParaRPr sz="2400" b="1">
              <a:solidFill>
                <a:schemeClr val="lt2"/>
              </a:solidFill>
              <a:latin typeface="STIX Two Text"/>
              <a:ea typeface="STIX Two Text"/>
              <a:cs typeface="STIX Two Text"/>
              <a:sym typeface="STIX Two Text"/>
            </a:endParaRPr>
          </a:p>
        </p:txBody>
      </p:sp>
      <p:cxnSp>
        <p:nvCxnSpPr>
          <p:cNvPr id="486" name="Google Shape;486;p57"/>
          <p:cNvCxnSpPr>
            <a:stCxn id="478" idx="3"/>
            <a:endCxn id="487" idx="0"/>
          </p:cNvCxnSpPr>
          <p:nvPr/>
        </p:nvCxnSpPr>
        <p:spPr>
          <a:xfrm flipH="1">
            <a:off x="1106868" y="2174513"/>
            <a:ext cx="3055200" cy="801900"/>
          </a:xfrm>
          <a:prstGeom prst="straightConnector1">
            <a:avLst/>
          </a:prstGeom>
          <a:noFill/>
          <a:ln w="38100" cap="flat" cmpd="sng">
            <a:solidFill>
              <a:srgbClr val="F9F9F9"/>
            </a:solidFill>
            <a:prstDash val="solid"/>
            <a:round/>
            <a:headEnd type="none" w="med" len="med"/>
            <a:tailEnd type="triangle" w="med" len="med"/>
          </a:ln>
        </p:spPr>
      </p:cxnSp>
      <p:sp>
        <p:nvSpPr>
          <p:cNvPr id="487" name="Google Shape;487;p57"/>
          <p:cNvSpPr/>
          <p:nvPr/>
        </p:nvSpPr>
        <p:spPr>
          <a:xfrm>
            <a:off x="-31125" y="2976350"/>
            <a:ext cx="2275800" cy="1504500"/>
          </a:xfrm>
          <a:prstGeom prst="roundRect">
            <a:avLst>
              <a:gd name="adj" fmla="val 16667"/>
            </a:avLst>
          </a:prstGeom>
          <a:solidFill>
            <a:srgbClr val="FCE5CD"/>
          </a:solidFill>
          <a:ln w="9525" cap="flat" cmpd="sng">
            <a:solidFill>
              <a:srgbClr val="F6B2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 b="1">
              <a:solidFill>
                <a:schemeClr val="dk1"/>
              </a:solidFill>
              <a:latin typeface="Roboto"/>
              <a:ea typeface="Roboto"/>
              <a:cs typeface="Roboto"/>
              <a:sym typeface="Roboto"/>
            </a:endParaRPr>
          </a:p>
          <a:p>
            <a:pPr marL="0" lvl="0" indent="0" algn="ctr" rtl="0">
              <a:spcBef>
                <a:spcPts val="0"/>
              </a:spcBef>
              <a:spcAft>
                <a:spcPts val="0"/>
              </a:spcAft>
              <a:buNone/>
            </a:pPr>
            <a:r>
              <a:rPr lang="en" sz="1000" b="1">
                <a:solidFill>
                  <a:schemeClr val="dk1"/>
                </a:solidFill>
                <a:latin typeface="Roboto"/>
                <a:ea typeface="Roboto"/>
                <a:cs typeface="Roboto"/>
                <a:sym typeface="Roboto"/>
              </a:rPr>
              <a:t>WebSurfer </a:t>
            </a:r>
            <a:endParaRPr sz="1000" b="1">
              <a:solidFill>
                <a:schemeClr val="dk1"/>
              </a:solidFill>
              <a:latin typeface="Roboto"/>
              <a:ea typeface="Roboto"/>
              <a:cs typeface="Roboto"/>
              <a:sym typeface="Roboto"/>
            </a:endParaRPr>
          </a:p>
          <a:p>
            <a:pPr marL="0" lvl="0" indent="0" algn="l" rtl="0">
              <a:spcBef>
                <a:spcPts val="0"/>
              </a:spcBef>
              <a:spcAft>
                <a:spcPts val="0"/>
              </a:spcAft>
              <a:buNone/>
            </a:pPr>
            <a:endParaRPr sz="800" b="1">
              <a:solidFill>
                <a:schemeClr val="dk1"/>
              </a:solidFill>
              <a:latin typeface="Roboto"/>
              <a:ea typeface="Roboto"/>
              <a:cs typeface="Roboto"/>
              <a:sym typeface="Roboto"/>
            </a:endParaRPr>
          </a:p>
          <a:p>
            <a:pPr marL="0" lvl="0" indent="0" algn="l" rtl="0">
              <a:spcBef>
                <a:spcPts val="0"/>
              </a:spcBef>
              <a:spcAft>
                <a:spcPts val="0"/>
              </a:spcAft>
              <a:buNone/>
            </a:pPr>
            <a:r>
              <a:rPr lang="en" sz="800">
                <a:solidFill>
                  <a:schemeClr val="dk1"/>
                </a:solidFill>
                <a:latin typeface="Roboto Medium"/>
                <a:ea typeface="Roboto Medium"/>
                <a:cs typeface="Roboto Medium"/>
                <a:sym typeface="Roboto Medium"/>
              </a:rPr>
              <a:t>Is assigned the subtask to search for and download recent AI safety papers by the Orchestrator.</a:t>
            </a:r>
            <a:endParaRPr sz="800">
              <a:solidFill>
                <a:schemeClr val="dk1"/>
              </a:solidFill>
              <a:latin typeface="Roboto Medium"/>
              <a:ea typeface="Roboto Medium"/>
              <a:cs typeface="Roboto Medium"/>
              <a:sym typeface="Roboto Medium"/>
            </a:endParaRPr>
          </a:p>
          <a:p>
            <a:pPr marL="0" lvl="0" indent="0" algn="l" rtl="0">
              <a:spcBef>
                <a:spcPts val="0"/>
              </a:spcBef>
              <a:spcAft>
                <a:spcPts val="0"/>
              </a:spcAft>
              <a:buNone/>
            </a:pPr>
            <a:endParaRPr sz="800">
              <a:solidFill>
                <a:schemeClr val="dk1"/>
              </a:solidFill>
              <a:latin typeface="Roboto Medium"/>
              <a:ea typeface="Roboto Medium"/>
              <a:cs typeface="Roboto Medium"/>
              <a:sym typeface="Roboto Medium"/>
            </a:endParaRPr>
          </a:p>
          <a:p>
            <a:pPr marL="0" lvl="0" indent="0" algn="l" rtl="0">
              <a:spcBef>
                <a:spcPts val="0"/>
              </a:spcBef>
              <a:spcAft>
                <a:spcPts val="0"/>
              </a:spcAft>
              <a:buNone/>
            </a:pPr>
            <a:r>
              <a:rPr lang="en" sz="800">
                <a:solidFill>
                  <a:schemeClr val="dk1"/>
                </a:solidFill>
                <a:latin typeface="Roboto Medium"/>
                <a:ea typeface="Roboto Medium"/>
                <a:cs typeface="Roboto Medium"/>
                <a:sym typeface="Roboto Medium"/>
              </a:rPr>
              <a:t>Navigates academic websites, finds relevant publications, and downloads PDFs.</a:t>
            </a:r>
            <a:endParaRPr sz="800">
              <a:solidFill>
                <a:schemeClr val="dk1"/>
              </a:solidFill>
              <a:latin typeface="Roboto Medium"/>
              <a:ea typeface="Roboto Medium"/>
              <a:cs typeface="Roboto Medium"/>
              <a:sym typeface="Roboto Medium"/>
            </a:endParaRPr>
          </a:p>
          <a:p>
            <a:pPr marL="0" lvl="0" indent="0" algn="l" rtl="0">
              <a:spcBef>
                <a:spcPts val="0"/>
              </a:spcBef>
              <a:spcAft>
                <a:spcPts val="0"/>
              </a:spcAft>
              <a:buNone/>
            </a:pPr>
            <a:endParaRPr sz="800">
              <a:solidFill>
                <a:schemeClr val="dk1"/>
              </a:solidFill>
              <a:latin typeface="Roboto Medium"/>
              <a:ea typeface="Roboto Medium"/>
              <a:cs typeface="Roboto Medium"/>
              <a:sym typeface="Roboto Medium"/>
            </a:endParaRPr>
          </a:p>
          <a:p>
            <a:pPr marL="0" lvl="0" indent="0" algn="l" rtl="0">
              <a:spcBef>
                <a:spcPts val="0"/>
              </a:spcBef>
              <a:spcAft>
                <a:spcPts val="0"/>
              </a:spcAft>
              <a:buNone/>
            </a:pPr>
            <a:endParaRPr sz="800">
              <a:solidFill>
                <a:schemeClr val="dk1"/>
              </a:solidFill>
              <a:latin typeface="Roboto Medium"/>
              <a:ea typeface="Roboto Medium"/>
              <a:cs typeface="Roboto Medium"/>
              <a:sym typeface="Roboto Medium"/>
            </a:endParaRPr>
          </a:p>
        </p:txBody>
      </p:sp>
      <p:cxnSp>
        <p:nvCxnSpPr>
          <p:cNvPr id="488" name="Google Shape;488;p57"/>
          <p:cNvCxnSpPr>
            <a:endCxn id="478" idx="3"/>
          </p:cNvCxnSpPr>
          <p:nvPr/>
        </p:nvCxnSpPr>
        <p:spPr>
          <a:xfrm rot="10800000" flipH="1">
            <a:off x="2184768" y="2174513"/>
            <a:ext cx="1977300" cy="740400"/>
          </a:xfrm>
          <a:prstGeom prst="straightConnector1">
            <a:avLst/>
          </a:prstGeom>
          <a:noFill/>
          <a:ln w="28575" cap="flat" cmpd="sng">
            <a:solidFill>
              <a:schemeClr val="lt1"/>
            </a:solidFill>
            <a:prstDash val="dash"/>
            <a:round/>
            <a:headEnd type="none" w="med" len="med"/>
            <a:tailEnd type="triangle" w="med" len="med"/>
          </a:ln>
        </p:spPr>
      </p:cxnSp>
      <p:sp>
        <p:nvSpPr>
          <p:cNvPr id="489" name="Google Shape;489;p57"/>
          <p:cNvSpPr txBox="1"/>
          <p:nvPr/>
        </p:nvSpPr>
        <p:spPr>
          <a:xfrm>
            <a:off x="2051750" y="1973538"/>
            <a:ext cx="447900" cy="3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lt2"/>
                </a:solidFill>
                <a:latin typeface="STIX Two Text"/>
                <a:ea typeface="STIX Two Text"/>
                <a:cs typeface="STIX Two Text"/>
                <a:sym typeface="STIX Two Text"/>
              </a:rPr>
              <a:t>5</a:t>
            </a:r>
            <a:endParaRPr sz="2400" b="1">
              <a:solidFill>
                <a:schemeClr val="lt2"/>
              </a:solidFill>
              <a:latin typeface="STIX Two Text"/>
              <a:ea typeface="STIX Two Text"/>
              <a:cs typeface="STIX Two Text"/>
              <a:sym typeface="STIX Two Text"/>
            </a:endParaRPr>
          </a:p>
        </p:txBody>
      </p:sp>
      <p:sp>
        <p:nvSpPr>
          <p:cNvPr id="490" name="Google Shape;490;p57"/>
          <p:cNvSpPr txBox="1"/>
          <p:nvPr/>
        </p:nvSpPr>
        <p:spPr>
          <a:xfrm>
            <a:off x="2356550" y="2811738"/>
            <a:ext cx="447900" cy="3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lt2"/>
                </a:solidFill>
                <a:latin typeface="STIX Two Text"/>
                <a:ea typeface="STIX Two Text"/>
                <a:cs typeface="STIX Two Text"/>
                <a:sym typeface="STIX Two Text"/>
              </a:rPr>
              <a:t>6</a:t>
            </a:r>
            <a:endParaRPr sz="2400" b="1">
              <a:solidFill>
                <a:schemeClr val="lt2"/>
              </a:solidFill>
              <a:latin typeface="STIX Two Text"/>
              <a:ea typeface="STIX Two Text"/>
              <a:cs typeface="STIX Two Text"/>
              <a:sym typeface="STIX Two Text"/>
            </a:endParaRPr>
          </a:p>
        </p:txBody>
      </p:sp>
      <p:cxnSp>
        <p:nvCxnSpPr>
          <p:cNvPr id="491" name="Google Shape;491;p57"/>
          <p:cNvCxnSpPr>
            <a:stCxn id="478" idx="6"/>
            <a:endCxn id="480" idx="1"/>
          </p:cNvCxnSpPr>
          <p:nvPr/>
        </p:nvCxnSpPr>
        <p:spPr>
          <a:xfrm>
            <a:off x="5412950" y="1695625"/>
            <a:ext cx="1208700" cy="153000"/>
          </a:xfrm>
          <a:prstGeom prst="straightConnector1">
            <a:avLst/>
          </a:prstGeom>
          <a:noFill/>
          <a:ln w="28575" cap="flat" cmpd="sng">
            <a:solidFill>
              <a:schemeClr val="lt2"/>
            </a:solidFill>
            <a:prstDash val="dash"/>
            <a:round/>
            <a:headEnd type="none" w="med" len="med"/>
            <a:tailEnd type="none" w="med" len="med"/>
          </a:ln>
        </p:spPr>
      </p:cxnSp>
      <p:sp>
        <p:nvSpPr>
          <p:cNvPr id="492" name="Google Shape;492;p57"/>
          <p:cNvSpPr/>
          <p:nvPr/>
        </p:nvSpPr>
        <p:spPr>
          <a:xfrm>
            <a:off x="2442875" y="3662150"/>
            <a:ext cx="2436600" cy="1317900"/>
          </a:xfrm>
          <a:prstGeom prst="roundRect">
            <a:avLst>
              <a:gd name="adj" fmla="val 16667"/>
            </a:avLst>
          </a:prstGeom>
          <a:solidFill>
            <a:srgbClr val="D9EAD3"/>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b="1">
              <a:solidFill>
                <a:schemeClr val="dk1"/>
              </a:solidFill>
              <a:latin typeface="Roboto"/>
              <a:ea typeface="Roboto"/>
              <a:cs typeface="Roboto"/>
              <a:sym typeface="Roboto"/>
            </a:endParaRPr>
          </a:p>
          <a:p>
            <a:pPr marL="0" lvl="0" indent="0" algn="ctr" rtl="0">
              <a:spcBef>
                <a:spcPts val="0"/>
              </a:spcBef>
              <a:spcAft>
                <a:spcPts val="0"/>
              </a:spcAft>
              <a:buNone/>
            </a:pPr>
            <a:r>
              <a:rPr lang="en" sz="1000" b="1">
                <a:solidFill>
                  <a:schemeClr val="dk1"/>
                </a:solidFill>
                <a:latin typeface="Roboto"/>
                <a:ea typeface="Roboto"/>
                <a:cs typeface="Roboto"/>
                <a:sym typeface="Roboto"/>
              </a:rPr>
              <a:t>FileSurfer</a:t>
            </a:r>
            <a:endParaRPr sz="1000" b="1">
              <a:solidFill>
                <a:schemeClr val="dk1"/>
              </a:solidFill>
              <a:latin typeface="Roboto"/>
              <a:ea typeface="Roboto"/>
              <a:cs typeface="Roboto"/>
              <a:sym typeface="Roboto"/>
            </a:endParaRPr>
          </a:p>
          <a:p>
            <a:pPr marL="0" lvl="0" indent="0" algn="l" rtl="0">
              <a:spcBef>
                <a:spcPts val="0"/>
              </a:spcBef>
              <a:spcAft>
                <a:spcPts val="0"/>
              </a:spcAft>
              <a:buNone/>
            </a:pPr>
            <a:endParaRPr sz="900" b="1">
              <a:solidFill>
                <a:schemeClr val="dk1"/>
              </a:solidFill>
              <a:latin typeface="Roboto"/>
              <a:ea typeface="Roboto"/>
              <a:cs typeface="Roboto"/>
              <a:sym typeface="Roboto"/>
            </a:endParaRPr>
          </a:p>
          <a:p>
            <a:pPr marL="0" lvl="0" indent="0" algn="l" rtl="0">
              <a:spcBef>
                <a:spcPts val="0"/>
              </a:spcBef>
              <a:spcAft>
                <a:spcPts val="0"/>
              </a:spcAft>
              <a:buNone/>
            </a:pPr>
            <a:r>
              <a:rPr lang="en" sz="900">
                <a:solidFill>
                  <a:schemeClr val="dk1"/>
                </a:solidFill>
                <a:latin typeface="Roboto Medium"/>
                <a:ea typeface="Roboto Medium"/>
                <a:cs typeface="Roboto Medium"/>
                <a:sym typeface="Roboto Medium"/>
              </a:rPr>
              <a:t>Receives the task of opening downloaded PDFs.</a:t>
            </a:r>
            <a:endParaRPr sz="900">
              <a:solidFill>
                <a:schemeClr val="dk1"/>
              </a:solidFill>
              <a:latin typeface="Roboto Medium"/>
              <a:ea typeface="Roboto Medium"/>
              <a:cs typeface="Roboto Medium"/>
              <a:sym typeface="Roboto Medium"/>
            </a:endParaRPr>
          </a:p>
          <a:p>
            <a:pPr marL="0" lvl="0" indent="0" algn="l" rtl="0">
              <a:spcBef>
                <a:spcPts val="0"/>
              </a:spcBef>
              <a:spcAft>
                <a:spcPts val="0"/>
              </a:spcAft>
              <a:buNone/>
            </a:pPr>
            <a:endParaRPr sz="900">
              <a:solidFill>
                <a:schemeClr val="dk1"/>
              </a:solidFill>
              <a:latin typeface="Roboto Medium"/>
              <a:ea typeface="Roboto Medium"/>
              <a:cs typeface="Roboto Medium"/>
              <a:sym typeface="Roboto Medium"/>
            </a:endParaRPr>
          </a:p>
          <a:p>
            <a:pPr marL="0" lvl="0" indent="0" algn="l" rtl="0">
              <a:spcBef>
                <a:spcPts val="0"/>
              </a:spcBef>
              <a:spcAft>
                <a:spcPts val="0"/>
              </a:spcAft>
              <a:buNone/>
            </a:pPr>
            <a:r>
              <a:rPr lang="en" sz="900">
                <a:solidFill>
                  <a:schemeClr val="dk1"/>
                </a:solidFill>
                <a:latin typeface="Roboto Medium"/>
                <a:ea typeface="Roboto Medium"/>
                <a:cs typeface="Roboto Medium"/>
                <a:sym typeface="Roboto Medium"/>
              </a:rPr>
              <a:t>Extracts abstracts, titles, and other key information from each paper.</a:t>
            </a:r>
            <a:endParaRPr sz="900">
              <a:solidFill>
                <a:schemeClr val="dk1"/>
              </a:solidFill>
              <a:latin typeface="Roboto Medium"/>
              <a:ea typeface="Roboto Medium"/>
              <a:cs typeface="Roboto Medium"/>
              <a:sym typeface="Roboto Medium"/>
            </a:endParaRPr>
          </a:p>
          <a:p>
            <a:pPr marL="0" lvl="0" indent="0" algn="l" rtl="0">
              <a:spcBef>
                <a:spcPts val="0"/>
              </a:spcBef>
              <a:spcAft>
                <a:spcPts val="0"/>
              </a:spcAft>
              <a:buNone/>
            </a:pPr>
            <a:endParaRPr sz="900">
              <a:solidFill>
                <a:schemeClr val="dk1"/>
              </a:solidFill>
              <a:latin typeface="Roboto Medium"/>
              <a:ea typeface="Roboto Medium"/>
              <a:cs typeface="Roboto Medium"/>
              <a:sym typeface="Roboto Medium"/>
            </a:endParaRPr>
          </a:p>
          <a:p>
            <a:pPr marL="0" lvl="0" indent="0" algn="l" rtl="0">
              <a:spcBef>
                <a:spcPts val="0"/>
              </a:spcBef>
              <a:spcAft>
                <a:spcPts val="0"/>
              </a:spcAft>
              <a:buNone/>
            </a:pPr>
            <a:endParaRPr sz="900">
              <a:solidFill>
                <a:schemeClr val="dk1"/>
              </a:solidFill>
              <a:latin typeface="Roboto Medium"/>
              <a:ea typeface="Roboto Medium"/>
              <a:cs typeface="Roboto Medium"/>
              <a:sym typeface="Roboto Medium"/>
            </a:endParaRPr>
          </a:p>
        </p:txBody>
      </p:sp>
      <p:cxnSp>
        <p:nvCxnSpPr>
          <p:cNvPr id="493" name="Google Shape;493;p57"/>
          <p:cNvCxnSpPr>
            <a:stCxn id="478" idx="4"/>
            <a:endCxn id="492" idx="0"/>
          </p:cNvCxnSpPr>
          <p:nvPr/>
        </p:nvCxnSpPr>
        <p:spPr>
          <a:xfrm flipH="1">
            <a:off x="3661100" y="2372875"/>
            <a:ext cx="1019100" cy="1289400"/>
          </a:xfrm>
          <a:prstGeom prst="straightConnector1">
            <a:avLst/>
          </a:prstGeom>
          <a:noFill/>
          <a:ln w="28575" cap="flat" cmpd="sng">
            <a:solidFill>
              <a:srgbClr val="F9F9F9"/>
            </a:solidFill>
            <a:prstDash val="solid"/>
            <a:round/>
            <a:headEnd type="none" w="med" len="med"/>
            <a:tailEnd type="triangle" w="med" len="med"/>
          </a:ln>
        </p:spPr>
      </p:cxnSp>
      <p:cxnSp>
        <p:nvCxnSpPr>
          <p:cNvPr id="494" name="Google Shape;494;p57"/>
          <p:cNvCxnSpPr>
            <a:endCxn id="478" idx="4"/>
          </p:cNvCxnSpPr>
          <p:nvPr/>
        </p:nvCxnSpPr>
        <p:spPr>
          <a:xfrm rot="10800000" flipH="1">
            <a:off x="4230200" y="2372875"/>
            <a:ext cx="450000" cy="1183800"/>
          </a:xfrm>
          <a:prstGeom prst="straightConnector1">
            <a:avLst/>
          </a:prstGeom>
          <a:noFill/>
          <a:ln w="28575" cap="flat" cmpd="sng">
            <a:solidFill>
              <a:schemeClr val="lt1"/>
            </a:solidFill>
            <a:prstDash val="dash"/>
            <a:round/>
            <a:headEnd type="none" w="med" len="med"/>
            <a:tailEnd type="triangle" w="med" len="med"/>
          </a:ln>
        </p:spPr>
      </p:cxnSp>
      <p:sp>
        <p:nvSpPr>
          <p:cNvPr id="495" name="Google Shape;495;p57"/>
          <p:cNvSpPr txBox="1"/>
          <p:nvPr/>
        </p:nvSpPr>
        <p:spPr>
          <a:xfrm>
            <a:off x="3347150" y="3040338"/>
            <a:ext cx="447900" cy="3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lt2"/>
                </a:solidFill>
                <a:latin typeface="STIX Two Text"/>
                <a:ea typeface="STIX Two Text"/>
                <a:cs typeface="STIX Two Text"/>
                <a:sym typeface="STIX Two Text"/>
              </a:rPr>
              <a:t>7</a:t>
            </a:r>
            <a:endParaRPr sz="2400" b="1">
              <a:solidFill>
                <a:schemeClr val="lt2"/>
              </a:solidFill>
              <a:latin typeface="STIX Two Text"/>
              <a:ea typeface="STIX Two Text"/>
              <a:cs typeface="STIX Two Text"/>
              <a:sym typeface="STIX Two Text"/>
            </a:endParaRPr>
          </a:p>
        </p:txBody>
      </p:sp>
      <p:sp>
        <p:nvSpPr>
          <p:cNvPr id="496" name="Google Shape;496;p57"/>
          <p:cNvSpPr txBox="1"/>
          <p:nvPr/>
        </p:nvSpPr>
        <p:spPr>
          <a:xfrm>
            <a:off x="4337750" y="3116538"/>
            <a:ext cx="447900" cy="3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lt2"/>
                </a:solidFill>
                <a:latin typeface="STIX Two Text"/>
                <a:ea typeface="STIX Two Text"/>
                <a:cs typeface="STIX Two Text"/>
                <a:sym typeface="STIX Two Text"/>
              </a:rPr>
              <a:t>8</a:t>
            </a:r>
            <a:endParaRPr sz="2400" b="1">
              <a:solidFill>
                <a:schemeClr val="lt2"/>
              </a:solidFill>
              <a:latin typeface="STIX Two Text"/>
              <a:ea typeface="STIX Two Text"/>
              <a:cs typeface="STIX Two Text"/>
              <a:sym typeface="STIX Two Text"/>
            </a:endParaRPr>
          </a:p>
        </p:txBody>
      </p:sp>
      <p:sp>
        <p:nvSpPr>
          <p:cNvPr id="497" name="Google Shape;497;p57"/>
          <p:cNvSpPr/>
          <p:nvPr/>
        </p:nvSpPr>
        <p:spPr>
          <a:xfrm>
            <a:off x="5089100" y="3836600"/>
            <a:ext cx="1901100" cy="1101600"/>
          </a:xfrm>
          <a:prstGeom prst="roundRect">
            <a:avLst>
              <a:gd name="adj" fmla="val 16667"/>
            </a:avLst>
          </a:prstGeom>
          <a:solidFill>
            <a:srgbClr val="D9D2E9"/>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b="1">
              <a:solidFill>
                <a:schemeClr val="dk1"/>
              </a:solidFill>
              <a:latin typeface="Roboto"/>
              <a:ea typeface="Roboto"/>
              <a:cs typeface="Roboto"/>
              <a:sym typeface="Roboto"/>
            </a:endParaRPr>
          </a:p>
          <a:p>
            <a:pPr marL="0" lvl="0" indent="0" algn="ctr" rtl="0">
              <a:spcBef>
                <a:spcPts val="0"/>
              </a:spcBef>
              <a:spcAft>
                <a:spcPts val="0"/>
              </a:spcAft>
              <a:buNone/>
            </a:pPr>
            <a:r>
              <a:rPr lang="en" sz="1000" b="1">
                <a:solidFill>
                  <a:schemeClr val="dk1"/>
                </a:solidFill>
                <a:latin typeface="Roboto"/>
                <a:ea typeface="Roboto"/>
                <a:cs typeface="Roboto"/>
                <a:sym typeface="Roboto"/>
              </a:rPr>
              <a:t>Coder </a:t>
            </a:r>
            <a:endParaRPr sz="1000" b="1">
              <a:solidFill>
                <a:schemeClr val="dk1"/>
              </a:solidFill>
              <a:latin typeface="Roboto"/>
              <a:ea typeface="Roboto"/>
              <a:cs typeface="Roboto"/>
              <a:sym typeface="Roboto"/>
            </a:endParaRPr>
          </a:p>
          <a:p>
            <a:pPr marL="0" lvl="0" indent="0" algn="l" rtl="0">
              <a:spcBef>
                <a:spcPts val="0"/>
              </a:spcBef>
              <a:spcAft>
                <a:spcPts val="0"/>
              </a:spcAft>
              <a:buNone/>
            </a:pPr>
            <a:endParaRPr sz="900" b="1">
              <a:solidFill>
                <a:schemeClr val="dk1"/>
              </a:solidFill>
              <a:latin typeface="Roboto"/>
              <a:ea typeface="Roboto"/>
              <a:cs typeface="Roboto"/>
              <a:sym typeface="Roboto"/>
            </a:endParaRPr>
          </a:p>
          <a:p>
            <a:pPr marL="0" lvl="0" indent="0" algn="l" rtl="0">
              <a:spcBef>
                <a:spcPts val="0"/>
              </a:spcBef>
              <a:spcAft>
                <a:spcPts val="0"/>
              </a:spcAft>
              <a:buNone/>
            </a:pPr>
            <a:r>
              <a:rPr lang="en" sz="900">
                <a:solidFill>
                  <a:schemeClr val="dk1"/>
                </a:solidFill>
                <a:latin typeface="Roboto Medium"/>
                <a:ea typeface="Roboto Medium"/>
                <a:cs typeface="Roboto Medium"/>
                <a:sym typeface="Roboto Medium"/>
              </a:rPr>
              <a:t>Takes the extracted content and writes code (e.g., Python scripts) to generate a presentation (slides) summarizing the findings.</a:t>
            </a:r>
            <a:endParaRPr sz="900">
              <a:solidFill>
                <a:schemeClr val="dk1"/>
              </a:solidFill>
              <a:latin typeface="Roboto Medium"/>
              <a:ea typeface="Roboto Medium"/>
              <a:cs typeface="Roboto Medium"/>
              <a:sym typeface="Roboto Medium"/>
            </a:endParaRPr>
          </a:p>
          <a:p>
            <a:pPr marL="0" lvl="0" indent="0" algn="l" rtl="0">
              <a:spcBef>
                <a:spcPts val="0"/>
              </a:spcBef>
              <a:spcAft>
                <a:spcPts val="0"/>
              </a:spcAft>
              <a:buNone/>
            </a:pPr>
            <a:endParaRPr sz="900">
              <a:solidFill>
                <a:schemeClr val="dk1"/>
              </a:solidFill>
              <a:latin typeface="Roboto Medium"/>
              <a:ea typeface="Roboto Medium"/>
              <a:cs typeface="Roboto Medium"/>
              <a:sym typeface="Roboto Medium"/>
            </a:endParaRPr>
          </a:p>
        </p:txBody>
      </p:sp>
      <p:cxnSp>
        <p:nvCxnSpPr>
          <p:cNvPr id="498" name="Google Shape;498;p57"/>
          <p:cNvCxnSpPr>
            <a:stCxn id="478" idx="5"/>
          </p:cNvCxnSpPr>
          <p:nvPr/>
        </p:nvCxnSpPr>
        <p:spPr>
          <a:xfrm>
            <a:off x="5198332" y="2174513"/>
            <a:ext cx="409500" cy="1620600"/>
          </a:xfrm>
          <a:prstGeom prst="straightConnector1">
            <a:avLst/>
          </a:prstGeom>
          <a:noFill/>
          <a:ln w="28575" cap="flat" cmpd="sng">
            <a:solidFill>
              <a:srgbClr val="F9F9F9"/>
            </a:solidFill>
            <a:prstDash val="solid"/>
            <a:round/>
            <a:headEnd type="none" w="med" len="med"/>
            <a:tailEnd type="triangle" w="med" len="med"/>
          </a:ln>
        </p:spPr>
      </p:cxnSp>
      <p:sp>
        <p:nvSpPr>
          <p:cNvPr id="499" name="Google Shape;499;p57"/>
          <p:cNvSpPr txBox="1"/>
          <p:nvPr/>
        </p:nvSpPr>
        <p:spPr>
          <a:xfrm>
            <a:off x="5175950" y="3192738"/>
            <a:ext cx="447900" cy="3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lt2"/>
                </a:solidFill>
                <a:latin typeface="STIX Two Text"/>
                <a:ea typeface="STIX Two Text"/>
                <a:cs typeface="STIX Two Text"/>
                <a:sym typeface="STIX Two Text"/>
              </a:rPr>
              <a:t>9</a:t>
            </a:r>
            <a:endParaRPr sz="2400" b="1">
              <a:solidFill>
                <a:schemeClr val="lt2"/>
              </a:solidFill>
              <a:latin typeface="STIX Two Text"/>
              <a:ea typeface="STIX Two Text"/>
              <a:cs typeface="STIX Two Text"/>
              <a:sym typeface="STIX Two Text"/>
            </a:endParaRPr>
          </a:p>
        </p:txBody>
      </p:sp>
      <p:cxnSp>
        <p:nvCxnSpPr>
          <p:cNvPr id="500" name="Google Shape;500;p57"/>
          <p:cNvCxnSpPr>
            <a:stCxn id="497" idx="0"/>
            <a:endCxn id="478" idx="5"/>
          </p:cNvCxnSpPr>
          <p:nvPr/>
        </p:nvCxnSpPr>
        <p:spPr>
          <a:xfrm rot="10800000">
            <a:off x="5198450" y="2174600"/>
            <a:ext cx="841200" cy="1662000"/>
          </a:xfrm>
          <a:prstGeom prst="straightConnector1">
            <a:avLst/>
          </a:prstGeom>
          <a:noFill/>
          <a:ln w="28575" cap="flat" cmpd="sng">
            <a:solidFill>
              <a:schemeClr val="lt1"/>
            </a:solidFill>
            <a:prstDash val="dash"/>
            <a:round/>
            <a:headEnd type="none" w="med" len="med"/>
            <a:tailEnd type="triangle" w="med" len="med"/>
          </a:ln>
        </p:spPr>
      </p:cxnSp>
      <p:sp>
        <p:nvSpPr>
          <p:cNvPr id="501" name="Google Shape;501;p57"/>
          <p:cNvSpPr txBox="1"/>
          <p:nvPr/>
        </p:nvSpPr>
        <p:spPr>
          <a:xfrm>
            <a:off x="5861750" y="2964150"/>
            <a:ext cx="622500" cy="3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lt2"/>
                </a:solidFill>
                <a:latin typeface="STIX Two Text"/>
                <a:ea typeface="STIX Two Text"/>
                <a:cs typeface="STIX Two Text"/>
                <a:sym typeface="STIX Two Text"/>
              </a:rPr>
              <a:t>10</a:t>
            </a:r>
            <a:endParaRPr sz="2400" b="1">
              <a:solidFill>
                <a:schemeClr val="lt2"/>
              </a:solidFill>
              <a:latin typeface="STIX Two Text"/>
              <a:ea typeface="STIX Two Text"/>
              <a:cs typeface="STIX Two Text"/>
              <a:sym typeface="STIX Two Text"/>
            </a:endParaRPr>
          </a:p>
        </p:txBody>
      </p:sp>
      <p:sp>
        <p:nvSpPr>
          <p:cNvPr id="502" name="Google Shape;502;p57"/>
          <p:cNvSpPr/>
          <p:nvPr/>
        </p:nvSpPr>
        <p:spPr>
          <a:xfrm>
            <a:off x="7298900" y="3760400"/>
            <a:ext cx="1901100" cy="1101600"/>
          </a:xfrm>
          <a:prstGeom prst="roundRect">
            <a:avLst>
              <a:gd name="adj" fmla="val 16667"/>
            </a:avLst>
          </a:prstGeom>
          <a:solidFill>
            <a:srgbClr val="F6B26B"/>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b="1">
              <a:solidFill>
                <a:schemeClr val="dk1"/>
              </a:solidFill>
              <a:latin typeface="Roboto"/>
              <a:ea typeface="Roboto"/>
              <a:cs typeface="Roboto"/>
              <a:sym typeface="Roboto"/>
            </a:endParaRPr>
          </a:p>
          <a:p>
            <a:pPr marL="0" lvl="0" indent="0" algn="ctr" rtl="0">
              <a:spcBef>
                <a:spcPts val="0"/>
              </a:spcBef>
              <a:spcAft>
                <a:spcPts val="0"/>
              </a:spcAft>
              <a:buNone/>
            </a:pPr>
            <a:endParaRPr sz="1000" b="1">
              <a:solidFill>
                <a:schemeClr val="dk1"/>
              </a:solidFill>
              <a:latin typeface="Roboto"/>
              <a:ea typeface="Roboto"/>
              <a:cs typeface="Roboto"/>
              <a:sym typeface="Roboto"/>
            </a:endParaRPr>
          </a:p>
          <a:p>
            <a:pPr marL="0" lvl="0" indent="0" algn="ctr" rtl="0">
              <a:spcBef>
                <a:spcPts val="0"/>
              </a:spcBef>
              <a:spcAft>
                <a:spcPts val="0"/>
              </a:spcAft>
              <a:buNone/>
            </a:pPr>
            <a:r>
              <a:rPr lang="en" sz="1000" b="1">
                <a:solidFill>
                  <a:schemeClr val="dk1"/>
                </a:solidFill>
                <a:latin typeface="Roboto"/>
                <a:ea typeface="Roboto"/>
                <a:cs typeface="Roboto"/>
                <a:sym typeface="Roboto"/>
              </a:rPr>
              <a:t>ComputerTerminal</a:t>
            </a:r>
            <a:endParaRPr sz="1000" b="1">
              <a:solidFill>
                <a:schemeClr val="dk1"/>
              </a:solidFill>
              <a:latin typeface="Roboto"/>
              <a:ea typeface="Roboto"/>
              <a:cs typeface="Roboto"/>
              <a:sym typeface="Roboto"/>
            </a:endParaRPr>
          </a:p>
          <a:p>
            <a:pPr marL="0" lvl="0" indent="0" algn="l" rtl="0">
              <a:spcBef>
                <a:spcPts val="0"/>
              </a:spcBef>
              <a:spcAft>
                <a:spcPts val="0"/>
              </a:spcAft>
              <a:buNone/>
            </a:pPr>
            <a:endParaRPr sz="900" b="1">
              <a:solidFill>
                <a:schemeClr val="dk1"/>
              </a:solidFill>
              <a:latin typeface="Roboto"/>
              <a:ea typeface="Roboto"/>
              <a:cs typeface="Roboto"/>
              <a:sym typeface="Roboto"/>
            </a:endParaRPr>
          </a:p>
          <a:p>
            <a:pPr marL="0" lvl="0" indent="0" algn="l" rtl="0">
              <a:spcBef>
                <a:spcPts val="0"/>
              </a:spcBef>
              <a:spcAft>
                <a:spcPts val="0"/>
              </a:spcAft>
              <a:buNone/>
            </a:pPr>
            <a:r>
              <a:rPr lang="en" sz="900">
                <a:solidFill>
                  <a:schemeClr val="dk1"/>
                </a:solidFill>
                <a:latin typeface="Roboto Medium"/>
                <a:ea typeface="Roboto Medium"/>
                <a:cs typeface="Roboto Medium"/>
                <a:sym typeface="Roboto Medium"/>
              </a:rPr>
              <a:t>Executes the code written by the Coder to actually create the slide file (such as a PowerPoint or PDF).</a:t>
            </a:r>
            <a:endParaRPr sz="900">
              <a:solidFill>
                <a:schemeClr val="dk1"/>
              </a:solidFill>
              <a:latin typeface="Roboto Medium"/>
              <a:ea typeface="Roboto Medium"/>
              <a:cs typeface="Roboto Medium"/>
              <a:sym typeface="Roboto Medium"/>
            </a:endParaRPr>
          </a:p>
          <a:p>
            <a:pPr marL="0" lvl="0" indent="0" algn="l" rtl="0">
              <a:spcBef>
                <a:spcPts val="0"/>
              </a:spcBef>
              <a:spcAft>
                <a:spcPts val="0"/>
              </a:spcAft>
              <a:buNone/>
            </a:pPr>
            <a:endParaRPr sz="900">
              <a:solidFill>
                <a:schemeClr val="dk1"/>
              </a:solidFill>
              <a:latin typeface="Roboto Medium"/>
              <a:ea typeface="Roboto Medium"/>
              <a:cs typeface="Roboto Medium"/>
              <a:sym typeface="Roboto Medium"/>
            </a:endParaRPr>
          </a:p>
          <a:p>
            <a:pPr marL="0" lvl="0" indent="0" algn="l" rtl="0">
              <a:spcBef>
                <a:spcPts val="0"/>
              </a:spcBef>
              <a:spcAft>
                <a:spcPts val="0"/>
              </a:spcAft>
              <a:buNone/>
            </a:pPr>
            <a:endParaRPr sz="900">
              <a:solidFill>
                <a:schemeClr val="dk1"/>
              </a:solidFill>
              <a:latin typeface="Roboto Medium"/>
              <a:ea typeface="Roboto Medium"/>
              <a:cs typeface="Roboto Medium"/>
              <a:sym typeface="Roboto Medium"/>
            </a:endParaRPr>
          </a:p>
          <a:p>
            <a:pPr marL="0" lvl="0" indent="0" algn="l" rtl="0">
              <a:spcBef>
                <a:spcPts val="0"/>
              </a:spcBef>
              <a:spcAft>
                <a:spcPts val="0"/>
              </a:spcAft>
              <a:buNone/>
            </a:pPr>
            <a:endParaRPr sz="900">
              <a:solidFill>
                <a:schemeClr val="dk1"/>
              </a:solidFill>
              <a:latin typeface="Roboto Medium"/>
              <a:ea typeface="Roboto Medium"/>
              <a:cs typeface="Roboto Medium"/>
              <a:sym typeface="Roboto Medium"/>
            </a:endParaRPr>
          </a:p>
        </p:txBody>
      </p:sp>
      <p:cxnSp>
        <p:nvCxnSpPr>
          <p:cNvPr id="503" name="Google Shape;503;p57"/>
          <p:cNvCxnSpPr/>
          <p:nvPr/>
        </p:nvCxnSpPr>
        <p:spPr>
          <a:xfrm>
            <a:off x="5328350" y="1931363"/>
            <a:ext cx="2787000" cy="1746300"/>
          </a:xfrm>
          <a:prstGeom prst="straightConnector1">
            <a:avLst/>
          </a:prstGeom>
          <a:noFill/>
          <a:ln w="28575" cap="flat" cmpd="sng">
            <a:solidFill>
              <a:srgbClr val="F9F9F9"/>
            </a:solidFill>
            <a:prstDash val="solid"/>
            <a:round/>
            <a:headEnd type="none" w="med" len="med"/>
            <a:tailEnd type="triangle" w="med" len="med"/>
          </a:ln>
        </p:spPr>
      </p:cxnSp>
      <p:cxnSp>
        <p:nvCxnSpPr>
          <p:cNvPr id="504" name="Google Shape;504;p57"/>
          <p:cNvCxnSpPr/>
          <p:nvPr/>
        </p:nvCxnSpPr>
        <p:spPr>
          <a:xfrm rot="10800000">
            <a:off x="5462500" y="1985300"/>
            <a:ext cx="3507000" cy="1775100"/>
          </a:xfrm>
          <a:prstGeom prst="straightConnector1">
            <a:avLst/>
          </a:prstGeom>
          <a:noFill/>
          <a:ln w="28575" cap="flat" cmpd="sng">
            <a:solidFill>
              <a:schemeClr val="lt1"/>
            </a:solidFill>
            <a:prstDash val="dash"/>
            <a:round/>
            <a:headEnd type="none" w="med" len="med"/>
            <a:tailEnd type="triangle" w="med" len="med"/>
          </a:ln>
        </p:spPr>
      </p:cxnSp>
      <p:sp>
        <p:nvSpPr>
          <p:cNvPr id="505" name="Google Shape;505;p57"/>
          <p:cNvSpPr txBox="1"/>
          <p:nvPr/>
        </p:nvSpPr>
        <p:spPr>
          <a:xfrm>
            <a:off x="7004750" y="3116550"/>
            <a:ext cx="622500" cy="48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lt2"/>
                </a:solidFill>
                <a:latin typeface="STIX Two Text"/>
                <a:ea typeface="STIX Two Text"/>
                <a:cs typeface="STIX Two Text"/>
                <a:sym typeface="STIX Two Text"/>
              </a:rPr>
              <a:t>11</a:t>
            </a:r>
            <a:endParaRPr sz="2400" b="1">
              <a:solidFill>
                <a:schemeClr val="lt2"/>
              </a:solidFill>
              <a:latin typeface="STIX Two Text"/>
              <a:ea typeface="STIX Two Text"/>
              <a:cs typeface="STIX Two Text"/>
              <a:sym typeface="STIX Two Text"/>
            </a:endParaRPr>
          </a:p>
        </p:txBody>
      </p:sp>
      <p:sp>
        <p:nvSpPr>
          <p:cNvPr id="506" name="Google Shape;506;p57"/>
          <p:cNvSpPr txBox="1"/>
          <p:nvPr/>
        </p:nvSpPr>
        <p:spPr>
          <a:xfrm>
            <a:off x="7995350" y="2735550"/>
            <a:ext cx="622500" cy="48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lt2"/>
                </a:solidFill>
                <a:latin typeface="STIX Two Text"/>
                <a:ea typeface="STIX Two Text"/>
                <a:cs typeface="STIX Two Text"/>
                <a:sym typeface="STIX Two Text"/>
              </a:rPr>
              <a:t>12</a:t>
            </a:r>
            <a:endParaRPr sz="2400" b="1">
              <a:solidFill>
                <a:schemeClr val="lt2"/>
              </a:solidFill>
              <a:latin typeface="STIX Two Text"/>
              <a:ea typeface="STIX Two Text"/>
              <a:cs typeface="STIX Two Text"/>
              <a:sym typeface="STIX Two Text"/>
            </a:endParaRPr>
          </a:p>
        </p:txBody>
      </p:sp>
      <p:sp>
        <p:nvSpPr>
          <p:cNvPr id="507" name="Google Shape;507;p57"/>
          <p:cNvSpPr txBox="1"/>
          <p:nvPr/>
        </p:nvSpPr>
        <p:spPr>
          <a:xfrm>
            <a:off x="6757900" y="105325"/>
            <a:ext cx="1977300" cy="40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dirty="0">
                <a:solidFill>
                  <a:schemeClr val="lt1"/>
                </a:solidFill>
                <a:latin typeface="Roboto"/>
                <a:ea typeface="Roboto"/>
                <a:cs typeface="Roboto"/>
                <a:sym typeface="Roboto"/>
              </a:rPr>
              <a:t>Orchestrator checks if the task is complete.</a:t>
            </a:r>
            <a:endParaRPr sz="1000" b="1" dirty="0">
              <a:solidFill>
                <a:schemeClr val="lt1"/>
              </a:solidFill>
              <a:latin typeface="Roboto"/>
              <a:ea typeface="Roboto"/>
              <a:cs typeface="Roboto"/>
              <a:sym typeface="Roboto"/>
            </a:endParaRPr>
          </a:p>
        </p:txBody>
      </p:sp>
      <p:cxnSp>
        <p:nvCxnSpPr>
          <p:cNvPr id="508" name="Google Shape;508;p57"/>
          <p:cNvCxnSpPr>
            <a:stCxn id="507" idx="3"/>
            <a:endCxn id="480" idx="3"/>
          </p:cNvCxnSpPr>
          <p:nvPr/>
        </p:nvCxnSpPr>
        <p:spPr>
          <a:xfrm flipH="1">
            <a:off x="8661100" y="307675"/>
            <a:ext cx="74100" cy="1541100"/>
          </a:xfrm>
          <a:prstGeom prst="curvedConnector3">
            <a:avLst>
              <a:gd name="adj1" fmla="val -321356"/>
            </a:avLst>
          </a:prstGeom>
          <a:noFill/>
          <a:ln w="9525" cap="flat" cmpd="sng">
            <a:solidFill>
              <a:srgbClr val="F9F9F9"/>
            </a:solidFill>
            <a:prstDash val="solid"/>
            <a:round/>
            <a:headEnd type="none" w="med" len="med"/>
            <a:tailEnd type="triangle" w="med" len="med"/>
          </a:ln>
        </p:spPr>
      </p:cxnSp>
      <p:sp>
        <p:nvSpPr>
          <p:cNvPr id="509" name="Google Shape;509;p57"/>
          <p:cNvSpPr/>
          <p:nvPr/>
        </p:nvSpPr>
        <p:spPr>
          <a:xfrm>
            <a:off x="4586288" y="678600"/>
            <a:ext cx="187800" cy="323100"/>
          </a:xfrm>
          <a:prstGeom prst="upArrow">
            <a:avLst>
              <a:gd name="adj1" fmla="val 50000"/>
              <a:gd name="adj2" fmla="val 50000"/>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10" name="Google Shape;510;p57"/>
          <p:cNvSpPr txBox="1"/>
          <p:nvPr/>
        </p:nvSpPr>
        <p:spPr>
          <a:xfrm>
            <a:off x="3729650" y="160575"/>
            <a:ext cx="1901100" cy="404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dirty="0">
                <a:solidFill>
                  <a:schemeClr val="lt1"/>
                </a:solidFill>
                <a:latin typeface="Roboto"/>
                <a:ea typeface="Roboto"/>
                <a:cs typeface="Roboto"/>
                <a:sym typeface="Roboto"/>
              </a:rPr>
              <a:t>compiles the final result and returns it to the user</a:t>
            </a:r>
            <a:endParaRPr sz="1000" b="1" dirty="0">
              <a:solidFill>
                <a:schemeClr val="lt1"/>
              </a:solidFill>
              <a:latin typeface="Roboto"/>
              <a:ea typeface="Roboto"/>
              <a:cs typeface="Roboto"/>
              <a:sym typeface="Roboto"/>
            </a:endParaRPr>
          </a:p>
          <a:p>
            <a:pPr marL="0" lvl="0" indent="0" algn="l" rtl="0">
              <a:spcBef>
                <a:spcPts val="0"/>
              </a:spcBef>
              <a:spcAft>
                <a:spcPts val="0"/>
              </a:spcAft>
              <a:buNone/>
            </a:pPr>
            <a:endParaRPr sz="1000" b="1" dirty="0">
              <a:solidFill>
                <a:schemeClr val="lt1"/>
              </a:solidFill>
              <a:latin typeface="Roboto"/>
              <a:ea typeface="Roboto"/>
              <a:cs typeface="Roboto"/>
              <a:sym typeface="Roboto"/>
            </a:endParaRPr>
          </a:p>
          <a:p>
            <a:pPr marL="0" lvl="0" indent="0" algn="l" rtl="0">
              <a:spcBef>
                <a:spcPts val="0"/>
              </a:spcBef>
              <a:spcAft>
                <a:spcPts val="0"/>
              </a:spcAft>
              <a:buNone/>
            </a:pPr>
            <a:endParaRPr sz="1000" b="1" dirty="0">
              <a:solidFill>
                <a:schemeClr val="lt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4"/>
                                        </p:tgtEl>
                                        <p:attrNameLst>
                                          <p:attrName>style.visibility</p:attrName>
                                        </p:attrNameLst>
                                      </p:cBhvr>
                                      <p:to>
                                        <p:strVal val="visible"/>
                                      </p:to>
                                    </p:set>
                                    <p:animEffect transition="in" filter="fade">
                                      <p:cBhvr>
                                        <p:cTn id="7" dur="500"/>
                                        <p:tgtEl>
                                          <p:spTgt spid="47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76"/>
                                        </p:tgtEl>
                                        <p:attrNameLst>
                                          <p:attrName>style.visibility</p:attrName>
                                        </p:attrNameLst>
                                      </p:cBhvr>
                                      <p:to>
                                        <p:strVal val="visible"/>
                                      </p:to>
                                    </p:set>
                                    <p:animEffect transition="in" filter="fade">
                                      <p:cBhvr>
                                        <p:cTn id="12" dur="1000"/>
                                        <p:tgtEl>
                                          <p:spTgt spid="476"/>
                                        </p:tgtEl>
                                      </p:cBhvr>
                                    </p:animEffect>
                                    <p:anim calcmode="lin" valueType="num">
                                      <p:cBhvr>
                                        <p:cTn id="13" dur="1000" fill="hold"/>
                                        <p:tgtEl>
                                          <p:spTgt spid="476"/>
                                        </p:tgtEl>
                                        <p:attrNameLst>
                                          <p:attrName>ppt_x</p:attrName>
                                        </p:attrNameLst>
                                      </p:cBhvr>
                                      <p:tavLst>
                                        <p:tav tm="0">
                                          <p:val>
                                            <p:strVal val="#ppt_x"/>
                                          </p:val>
                                        </p:tav>
                                        <p:tav tm="100000">
                                          <p:val>
                                            <p:strVal val="#ppt_x"/>
                                          </p:val>
                                        </p:tav>
                                      </p:tavLst>
                                    </p:anim>
                                    <p:anim calcmode="lin" valueType="num">
                                      <p:cBhvr>
                                        <p:cTn id="14" dur="1000" fill="hold"/>
                                        <p:tgtEl>
                                          <p:spTgt spid="47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75"/>
                                        </p:tgtEl>
                                        <p:attrNameLst>
                                          <p:attrName>style.visibility</p:attrName>
                                        </p:attrNameLst>
                                      </p:cBhvr>
                                      <p:to>
                                        <p:strVal val="visible"/>
                                      </p:to>
                                    </p:set>
                                    <p:animEffect transition="in" filter="fade">
                                      <p:cBhvr>
                                        <p:cTn id="17" dur="1000"/>
                                        <p:tgtEl>
                                          <p:spTgt spid="475"/>
                                        </p:tgtEl>
                                      </p:cBhvr>
                                    </p:animEffect>
                                    <p:anim calcmode="lin" valueType="num">
                                      <p:cBhvr>
                                        <p:cTn id="18" dur="1000" fill="hold"/>
                                        <p:tgtEl>
                                          <p:spTgt spid="475"/>
                                        </p:tgtEl>
                                        <p:attrNameLst>
                                          <p:attrName>ppt_x</p:attrName>
                                        </p:attrNameLst>
                                      </p:cBhvr>
                                      <p:tavLst>
                                        <p:tav tm="0">
                                          <p:val>
                                            <p:strVal val="#ppt_x"/>
                                          </p:val>
                                        </p:tav>
                                        <p:tav tm="100000">
                                          <p:val>
                                            <p:strVal val="#ppt_x"/>
                                          </p:val>
                                        </p:tav>
                                      </p:tavLst>
                                    </p:anim>
                                    <p:anim calcmode="lin" valueType="num">
                                      <p:cBhvr>
                                        <p:cTn id="19" dur="1000" fill="hold"/>
                                        <p:tgtEl>
                                          <p:spTgt spid="47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77"/>
                                        </p:tgtEl>
                                        <p:attrNameLst>
                                          <p:attrName>style.visibility</p:attrName>
                                        </p:attrNameLst>
                                      </p:cBhvr>
                                      <p:to>
                                        <p:strVal val="visible"/>
                                      </p:to>
                                    </p:set>
                                    <p:animEffect transition="in" filter="fade">
                                      <p:cBhvr>
                                        <p:cTn id="24" dur="500"/>
                                        <p:tgtEl>
                                          <p:spTgt spid="477"/>
                                        </p:tgtEl>
                                      </p:cBhvr>
                                    </p:animEffect>
                                  </p:childTnLst>
                                </p:cTn>
                              </p:par>
                              <p:par>
                                <p:cTn id="25" presetID="10" presetClass="entr" presetSubtype="0" fill="hold" nodeType="withEffect">
                                  <p:stCondLst>
                                    <p:cond delay="0"/>
                                  </p:stCondLst>
                                  <p:childTnLst>
                                    <p:set>
                                      <p:cBhvr>
                                        <p:cTn id="26" dur="1" fill="hold">
                                          <p:stCondLst>
                                            <p:cond delay="0"/>
                                          </p:stCondLst>
                                        </p:cTn>
                                        <p:tgtEl>
                                          <p:spTgt spid="481"/>
                                        </p:tgtEl>
                                        <p:attrNameLst>
                                          <p:attrName>style.visibility</p:attrName>
                                        </p:attrNameLst>
                                      </p:cBhvr>
                                      <p:to>
                                        <p:strVal val="visible"/>
                                      </p:to>
                                    </p:set>
                                    <p:animEffect transition="in" filter="fade">
                                      <p:cBhvr>
                                        <p:cTn id="27" dur="500"/>
                                        <p:tgtEl>
                                          <p:spTgt spid="48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78"/>
                                        </p:tgtEl>
                                        <p:attrNameLst>
                                          <p:attrName>style.visibility</p:attrName>
                                        </p:attrNameLst>
                                      </p:cBhvr>
                                      <p:to>
                                        <p:strVal val="visible"/>
                                      </p:to>
                                    </p:set>
                                    <p:animEffect transition="in" filter="fade">
                                      <p:cBhvr>
                                        <p:cTn id="30" dur="500"/>
                                        <p:tgtEl>
                                          <p:spTgt spid="47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82"/>
                                        </p:tgtEl>
                                        <p:attrNameLst>
                                          <p:attrName>style.visibility</p:attrName>
                                        </p:attrNameLst>
                                      </p:cBhvr>
                                      <p:to>
                                        <p:strVal val="visible"/>
                                      </p:to>
                                    </p:set>
                                    <p:animEffect transition="in" filter="fade">
                                      <p:cBhvr>
                                        <p:cTn id="35" dur="500"/>
                                        <p:tgtEl>
                                          <p:spTgt spid="48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84"/>
                                        </p:tgtEl>
                                        <p:attrNameLst>
                                          <p:attrName>style.visibility</p:attrName>
                                        </p:attrNameLst>
                                      </p:cBhvr>
                                      <p:to>
                                        <p:strVal val="visible"/>
                                      </p:to>
                                    </p:set>
                                    <p:animEffect transition="in" filter="fade">
                                      <p:cBhvr>
                                        <p:cTn id="38" dur="500"/>
                                        <p:tgtEl>
                                          <p:spTgt spid="48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79"/>
                                        </p:tgtEl>
                                        <p:attrNameLst>
                                          <p:attrName>style.visibility</p:attrName>
                                        </p:attrNameLst>
                                      </p:cBhvr>
                                      <p:to>
                                        <p:strVal val="visible"/>
                                      </p:to>
                                    </p:set>
                                    <p:animEffect transition="in" filter="fade">
                                      <p:cBhvr>
                                        <p:cTn id="41" dur="500"/>
                                        <p:tgtEl>
                                          <p:spTgt spid="47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80"/>
                                        </p:tgtEl>
                                        <p:attrNameLst>
                                          <p:attrName>style.visibility</p:attrName>
                                        </p:attrNameLst>
                                      </p:cBhvr>
                                      <p:to>
                                        <p:strVal val="visible"/>
                                      </p:to>
                                    </p:set>
                                    <p:animEffect transition="in" filter="fade">
                                      <p:cBhvr>
                                        <p:cTn id="46" dur="500"/>
                                        <p:tgtEl>
                                          <p:spTgt spid="48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85"/>
                                        </p:tgtEl>
                                        <p:attrNameLst>
                                          <p:attrName>style.visibility</p:attrName>
                                        </p:attrNameLst>
                                      </p:cBhvr>
                                      <p:to>
                                        <p:strVal val="visible"/>
                                      </p:to>
                                    </p:set>
                                    <p:animEffect transition="in" filter="fade">
                                      <p:cBhvr>
                                        <p:cTn id="49" dur="500"/>
                                        <p:tgtEl>
                                          <p:spTgt spid="485"/>
                                        </p:tgtEl>
                                      </p:cBhvr>
                                    </p:animEffect>
                                  </p:childTnLst>
                                </p:cTn>
                              </p:par>
                              <p:par>
                                <p:cTn id="50" presetID="10" presetClass="entr" presetSubtype="0" fill="hold" nodeType="withEffect">
                                  <p:stCondLst>
                                    <p:cond delay="0"/>
                                  </p:stCondLst>
                                  <p:childTnLst>
                                    <p:set>
                                      <p:cBhvr>
                                        <p:cTn id="51" dur="1" fill="hold">
                                          <p:stCondLst>
                                            <p:cond delay="0"/>
                                          </p:stCondLst>
                                        </p:cTn>
                                        <p:tgtEl>
                                          <p:spTgt spid="483"/>
                                        </p:tgtEl>
                                        <p:attrNameLst>
                                          <p:attrName>style.visibility</p:attrName>
                                        </p:attrNameLst>
                                      </p:cBhvr>
                                      <p:to>
                                        <p:strVal val="visible"/>
                                      </p:to>
                                    </p:set>
                                    <p:animEffect transition="in" filter="fade">
                                      <p:cBhvr>
                                        <p:cTn id="52" dur="500"/>
                                        <p:tgtEl>
                                          <p:spTgt spid="48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86"/>
                                        </p:tgtEl>
                                        <p:attrNameLst>
                                          <p:attrName>style.visibility</p:attrName>
                                        </p:attrNameLst>
                                      </p:cBhvr>
                                      <p:to>
                                        <p:strVal val="visible"/>
                                      </p:to>
                                    </p:set>
                                    <p:animEffect transition="in" filter="fade">
                                      <p:cBhvr>
                                        <p:cTn id="57" dur="500"/>
                                        <p:tgtEl>
                                          <p:spTgt spid="48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89"/>
                                        </p:tgtEl>
                                        <p:attrNameLst>
                                          <p:attrName>style.visibility</p:attrName>
                                        </p:attrNameLst>
                                      </p:cBhvr>
                                      <p:to>
                                        <p:strVal val="visible"/>
                                      </p:to>
                                    </p:set>
                                    <p:animEffect transition="in" filter="fade">
                                      <p:cBhvr>
                                        <p:cTn id="60" dur="500"/>
                                        <p:tgtEl>
                                          <p:spTgt spid="48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87"/>
                                        </p:tgtEl>
                                        <p:attrNameLst>
                                          <p:attrName>style.visibility</p:attrName>
                                        </p:attrNameLst>
                                      </p:cBhvr>
                                      <p:to>
                                        <p:strVal val="visible"/>
                                      </p:to>
                                    </p:set>
                                    <p:animEffect transition="in" filter="fade">
                                      <p:cBhvr>
                                        <p:cTn id="63" dur="500"/>
                                        <p:tgtEl>
                                          <p:spTgt spid="487"/>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488"/>
                                        </p:tgtEl>
                                        <p:attrNameLst>
                                          <p:attrName>style.visibility</p:attrName>
                                        </p:attrNameLst>
                                      </p:cBhvr>
                                      <p:to>
                                        <p:strVal val="visible"/>
                                      </p:to>
                                    </p:set>
                                    <p:animEffect transition="in" filter="fade">
                                      <p:cBhvr>
                                        <p:cTn id="68" dur="500"/>
                                        <p:tgtEl>
                                          <p:spTgt spid="48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90"/>
                                        </p:tgtEl>
                                        <p:attrNameLst>
                                          <p:attrName>style.visibility</p:attrName>
                                        </p:attrNameLst>
                                      </p:cBhvr>
                                      <p:to>
                                        <p:strVal val="visible"/>
                                      </p:to>
                                    </p:set>
                                    <p:animEffect transition="in" filter="fade">
                                      <p:cBhvr>
                                        <p:cTn id="71" dur="500"/>
                                        <p:tgtEl>
                                          <p:spTgt spid="49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491"/>
                                        </p:tgtEl>
                                        <p:attrNameLst>
                                          <p:attrName>style.visibility</p:attrName>
                                        </p:attrNameLst>
                                      </p:cBhvr>
                                      <p:to>
                                        <p:strVal val="visible"/>
                                      </p:to>
                                    </p:set>
                                    <p:animEffect transition="in" filter="fade">
                                      <p:cBhvr>
                                        <p:cTn id="76" dur="500"/>
                                        <p:tgtEl>
                                          <p:spTgt spid="491"/>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493"/>
                                        </p:tgtEl>
                                        <p:attrNameLst>
                                          <p:attrName>style.visibility</p:attrName>
                                        </p:attrNameLst>
                                      </p:cBhvr>
                                      <p:to>
                                        <p:strVal val="visible"/>
                                      </p:to>
                                    </p:set>
                                    <p:animEffect transition="in" filter="fade">
                                      <p:cBhvr>
                                        <p:cTn id="81" dur="500"/>
                                        <p:tgtEl>
                                          <p:spTgt spid="49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95"/>
                                        </p:tgtEl>
                                        <p:attrNameLst>
                                          <p:attrName>style.visibility</p:attrName>
                                        </p:attrNameLst>
                                      </p:cBhvr>
                                      <p:to>
                                        <p:strVal val="visible"/>
                                      </p:to>
                                    </p:set>
                                    <p:animEffect transition="in" filter="fade">
                                      <p:cBhvr>
                                        <p:cTn id="84" dur="500"/>
                                        <p:tgtEl>
                                          <p:spTgt spid="49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92"/>
                                        </p:tgtEl>
                                        <p:attrNameLst>
                                          <p:attrName>style.visibility</p:attrName>
                                        </p:attrNameLst>
                                      </p:cBhvr>
                                      <p:to>
                                        <p:strVal val="visible"/>
                                      </p:to>
                                    </p:set>
                                    <p:animEffect transition="in" filter="fade">
                                      <p:cBhvr>
                                        <p:cTn id="87" dur="500"/>
                                        <p:tgtEl>
                                          <p:spTgt spid="492"/>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96"/>
                                        </p:tgtEl>
                                        <p:attrNameLst>
                                          <p:attrName>style.visibility</p:attrName>
                                        </p:attrNameLst>
                                      </p:cBhvr>
                                      <p:to>
                                        <p:strVal val="visible"/>
                                      </p:to>
                                    </p:set>
                                    <p:animEffect transition="in" filter="fade">
                                      <p:cBhvr>
                                        <p:cTn id="92" dur="500"/>
                                        <p:tgtEl>
                                          <p:spTgt spid="496"/>
                                        </p:tgtEl>
                                      </p:cBhvr>
                                    </p:animEffect>
                                  </p:childTnLst>
                                </p:cTn>
                              </p:par>
                              <p:par>
                                <p:cTn id="93" presetID="10" presetClass="entr" presetSubtype="0" fill="hold" nodeType="withEffect">
                                  <p:stCondLst>
                                    <p:cond delay="0"/>
                                  </p:stCondLst>
                                  <p:childTnLst>
                                    <p:set>
                                      <p:cBhvr>
                                        <p:cTn id="94" dur="1" fill="hold">
                                          <p:stCondLst>
                                            <p:cond delay="0"/>
                                          </p:stCondLst>
                                        </p:cTn>
                                        <p:tgtEl>
                                          <p:spTgt spid="494"/>
                                        </p:tgtEl>
                                        <p:attrNameLst>
                                          <p:attrName>style.visibility</p:attrName>
                                        </p:attrNameLst>
                                      </p:cBhvr>
                                      <p:to>
                                        <p:strVal val="visible"/>
                                      </p:to>
                                    </p:set>
                                    <p:animEffect transition="in" filter="fade">
                                      <p:cBhvr>
                                        <p:cTn id="95" dur="500"/>
                                        <p:tgtEl>
                                          <p:spTgt spid="494"/>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498"/>
                                        </p:tgtEl>
                                        <p:attrNameLst>
                                          <p:attrName>style.visibility</p:attrName>
                                        </p:attrNameLst>
                                      </p:cBhvr>
                                      <p:to>
                                        <p:strVal val="visible"/>
                                      </p:to>
                                    </p:set>
                                    <p:animEffect transition="in" filter="fade">
                                      <p:cBhvr>
                                        <p:cTn id="100" dur="500"/>
                                        <p:tgtEl>
                                          <p:spTgt spid="49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99"/>
                                        </p:tgtEl>
                                        <p:attrNameLst>
                                          <p:attrName>style.visibility</p:attrName>
                                        </p:attrNameLst>
                                      </p:cBhvr>
                                      <p:to>
                                        <p:strVal val="visible"/>
                                      </p:to>
                                    </p:set>
                                    <p:animEffect transition="in" filter="fade">
                                      <p:cBhvr>
                                        <p:cTn id="103" dur="500"/>
                                        <p:tgtEl>
                                          <p:spTgt spid="49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97"/>
                                        </p:tgtEl>
                                        <p:attrNameLst>
                                          <p:attrName>style.visibility</p:attrName>
                                        </p:attrNameLst>
                                      </p:cBhvr>
                                      <p:to>
                                        <p:strVal val="visible"/>
                                      </p:to>
                                    </p:set>
                                    <p:animEffect transition="in" filter="fade">
                                      <p:cBhvr>
                                        <p:cTn id="106" dur="500"/>
                                        <p:tgtEl>
                                          <p:spTgt spid="497"/>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500"/>
                                        </p:tgtEl>
                                        <p:attrNameLst>
                                          <p:attrName>style.visibility</p:attrName>
                                        </p:attrNameLst>
                                      </p:cBhvr>
                                      <p:to>
                                        <p:strVal val="visible"/>
                                      </p:to>
                                    </p:set>
                                    <p:animEffect transition="in" filter="fade">
                                      <p:cBhvr>
                                        <p:cTn id="111" dur="500"/>
                                        <p:tgtEl>
                                          <p:spTgt spid="50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01"/>
                                        </p:tgtEl>
                                        <p:attrNameLst>
                                          <p:attrName>style.visibility</p:attrName>
                                        </p:attrNameLst>
                                      </p:cBhvr>
                                      <p:to>
                                        <p:strVal val="visible"/>
                                      </p:to>
                                    </p:set>
                                    <p:animEffect transition="in" filter="fade">
                                      <p:cBhvr>
                                        <p:cTn id="114" dur="500"/>
                                        <p:tgtEl>
                                          <p:spTgt spid="501"/>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503"/>
                                        </p:tgtEl>
                                        <p:attrNameLst>
                                          <p:attrName>style.visibility</p:attrName>
                                        </p:attrNameLst>
                                      </p:cBhvr>
                                      <p:to>
                                        <p:strVal val="visible"/>
                                      </p:to>
                                    </p:set>
                                    <p:animEffect transition="in" filter="fade">
                                      <p:cBhvr>
                                        <p:cTn id="119" dur="500"/>
                                        <p:tgtEl>
                                          <p:spTgt spid="50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05"/>
                                        </p:tgtEl>
                                        <p:attrNameLst>
                                          <p:attrName>style.visibility</p:attrName>
                                        </p:attrNameLst>
                                      </p:cBhvr>
                                      <p:to>
                                        <p:strVal val="visible"/>
                                      </p:to>
                                    </p:set>
                                    <p:animEffect transition="in" filter="fade">
                                      <p:cBhvr>
                                        <p:cTn id="122" dur="500"/>
                                        <p:tgtEl>
                                          <p:spTgt spid="505"/>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02"/>
                                        </p:tgtEl>
                                        <p:attrNameLst>
                                          <p:attrName>style.visibility</p:attrName>
                                        </p:attrNameLst>
                                      </p:cBhvr>
                                      <p:to>
                                        <p:strVal val="visible"/>
                                      </p:to>
                                    </p:set>
                                    <p:animEffect transition="in" filter="fade">
                                      <p:cBhvr>
                                        <p:cTn id="125" dur="500"/>
                                        <p:tgtEl>
                                          <p:spTgt spid="502"/>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504"/>
                                        </p:tgtEl>
                                        <p:attrNameLst>
                                          <p:attrName>style.visibility</p:attrName>
                                        </p:attrNameLst>
                                      </p:cBhvr>
                                      <p:to>
                                        <p:strVal val="visible"/>
                                      </p:to>
                                    </p:set>
                                    <p:animEffect transition="in" filter="fade">
                                      <p:cBhvr>
                                        <p:cTn id="130" dur="500"/>
                                        <p:tgtEl>
                                          <p:spTgt spid="504"/>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06"/>
                                        </p:tgtEl>
                                        <p:attrNameLst>
                                          <p:attrName>style.visibility</p:attrName>
                                        </p:attrNameLst>
                                      </p:cBhvr>
                                      <p:to>
                                        <p:strVal val="visible"/>
                                      </p:to>
                                    </p:set>
                                    <p:animEffect transition="in" filter="fade">
                                      <p:cBhvr>
                                        <p:cTn id="133" dur="500"/>
                                        <p:tgtEl>
                                          <p:spTgt spid="506"/>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507"/>
                                        </p:tgtEl>
                                        <p:attrNameLst>
                                          <p:attrName>style.visibility</p:attrName>
                                        </p:attrNameLst>
                                      </p:cBhvr>
                                      <p:to>
                                        <p:strVal val="visible"/>
                                      </p:to>
                                    </p:set>
                                    <p:animEffect transition="in" filter="fade">
                                      <p:cBhvr>
                                        <p:cTn id="138" dur="500"/>
                                        <p:tgtEl>
                                          <p:spTgt spid="507"/>
                                        </p:tgtEl>
                                      </p:cBhvr>
                                    </p:animEffect>
                                  </p:childTnLst>
                                </p:cTn>
                              </p:par>
                              <p:par>
                                <p:cTn id="139" presetID="10" presetClass="entr" presetSubtype="0" fill="hold" nodeType="withEffect">
                                  <p:stCondLst>
                                    <p:cond delay="0"/>
                                  </p:stCondLst>
                                  <p:childTnLst>
                                    <p:set>
                                      <p:cBhvr>
                                        <p:cTn id="140" dur="1" fill="hold">
                                          <p:stCondLst>
                                            <p:cond delay="0"/>
                                          </p:stCondLst>
                                        </p:cTn>
                                        <p:tgtEl>
                                          <p:spTgt spid="508"/>
                                        </p:tgtEl>
                                        <p:attrNameLst>
                                          <p:attrName>style.visibility</p:attrName>
                                        </p:attrNameLst>
                                      </p:cBhvr>
                                      <p:to>
                                        <p:strVal val="visible"/>
                                      </p:to>
                                    </p:set>
                                    <p:animEffect transition="in" filter="fade">
                                      <p:cBhvr>
                                        <p:cTn id="141" dur="500"/>
                                        <p:tgtEl>
                                          <p:spTgt spid="508"/>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grpId="0" nodeType="clickEffect">
                                  <p:stCondLst>
                                    <p:cond delay="0"/>
                                  </p:stCondLst>
                                  <p:childTnLst>
                                    <p:set>
                                      <p:cBhvr>
                                        <p:cTn id="145" dur="1" fill="hold">
                                          <p:stCondLst>
                                            <p:cond delay="0"/>
                                          </p:stCondLst>
                                        </p:cTn>
                                        <p:tgtEl>
                                          <p:spTgt spid="509"/>
                                        </p:tgtEl>
                                        <p:attrNameLst>
                                          <p:attrName>style.visibility</p:attrName>
                                        </p:attrNameLst>
                                      </p:cBhvr>
                                      <p:to>
                                        <p:strVal val="visible"/>
                                      </p:to>
                                    </p:set>
                                    <p:animEffect transition="in" filter="fade">
                                      <p:cBhvr>
                                        <p:cTn id="146" dur="500"/>
                                        <p:tgtEl>
                                          <p:spTgt spid="509"/>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10"/>
                                        </p:tgtEl>
                                        <p:attrNameLst>
                                          <p:attrName>style.visibility</p:attrName>
                                        </p:attrNameLst>
                                      </p:cBhvr>
                                      <p:to>
                                        <p:strVal val="visible"/>
                                      </p:to>
                                    </p:set>
                                    <p:animEffect transition="in" filter="fade">
                                      <p:cBhvr>
                                        <p:cTn id="149" dur="500"/>
                                        <p:tgtEl>
                                          <p:spTgt spid="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 grpId="0"/>
      <p:bldP spid="475" grpId="0" animBg="1"/>
      <p:bldP spid="476" grpId="0"/>
      <p:bldP spid="477" grpId="0"/>
      <p:bldP spid="478" grpId="0" animBg="1"/>
      <p:bldP spid="479" grpId="0" animBg="1"/>
      <p:bldP spid="480" grpId="0" animBg="1"/>
      <p:bldP spid="484" grpId="0"/>
      <p:bldP spid="485" grpId="0"/>
      <p:bldP spid="487" grpId="0" animBg="1"/>
      <p:bldP spid="489" grpId="0"/>
      <p:bldP spid="490" grpId="0"/>
      <p:bldP spid="492" grpId="0" animBg="1"/>
      <p:bldP spid="495" grpId="0"/>
      <p:bldP spid="496" grpId="0"/>
      <p:bldP spid="497" grpId="0" animBg="1"/>
      <p:bldP spid="499" grpId="0"/>
      <p:bldP spid="501" grpId="0"/>
      <p:bldP spid="502" grpId="0" animBg="1"/>
      <p:bldP spid="505" grpId="0"/>
      <p:bldP spid="506" grpId="0"/>
      <p:bldP spid="507" grpId="0"/>
      <p:bldP spid="509" grpId="0" animBg="1"/>
      <p:bldP spid="510"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14"/>
        <p:cNvGrpSpPr/>
        <p:nvPr/>
      </p:nvGrpSpPr>
      <p:grpSpPr>
        <a:xfrm>
          <a:off x="0" y="0"/>
          <a:ext cx="0" cy="0"/>
          <a:chOff x="0" y="0"/>
          <a:chExt cx="0" cy="0"/>
        </a:xfrm>
      </p:grpSpPr>
      <p:sp>
        <p:nvSpPr>
          <p:cNvPr id="515" name="Google Shape;515;p58"/>
          <p:cNvSpPr/>
          <p:nvPr/>
        </p:nvSpPr>
        <p:spPr>
          <a:xfrm rot="5400000">
            <a:off x="8232450" y="-442947"/>
            <a:ext cx="11400" cy="1354500"/>
          </a:xfrm>
          <a:prstGeom prst="rect">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516" name="Google Shape;516;p58"/>
          <p:cNvSpPr/>
          <p:nvPr/>
        </p:nvSpPr>
        <p:spPr>
          <a:xfrm rot="5400000">
            <a:off x="6911175" y="-137100"/>
            <a:ext cx="11400" cy="742800"/>
          </a:xfrm>
          <a:prstGeom prst="rect">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Space Grotesk"/>
              <a:ea typeface="Space Grotesk"/>
              <a:cs typeface="Space Grotesk"/>
              <a:sym typeface="Space Grotesk"/>
            </a:endParaRPr>
          </a:p>
        </p:txBody>
      </p:sp>
      <p:sp>
        <p:nvSpPr>
          <p:cNvPr id="517" name="Google Shape;517;p58"/>
          <p:cNvSpPr txBox="1">
            <a:spLocks noGrp="1"/>
          </p:cNvSpPr>
          <p:nvPr>
            <p:ph type="title" idx="4294967295"/>
          </p:nvPr>
        </p:nvSpPr>
        <p:spPr>
          <a:xfrm>
            <a:off x="2346050" y="101700"/>
            <a:ext cx="4942200" cy="369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100" b="1" dirty="0">
                <a:latin typeface="STIX Two Text"/>
                <a:ea typeface="STIX Two Text"/>
                <a:cs typeface="STIX Two Text"/>
                <a:sym typeface="STIX Two Text"/>
              </a:rPr>
              <a:t>Benchmarks and Evaluation </a:t>
            </a:r>
            <a:r>
              <a:rPr lang="en" sz="2100" b="1" dirty="0">
                <a:solidFill>
                  <a:schemeClr val="accent2"/>
                </a:solidFill>
                <a:latin typeface="STIX Two Text"/>
                <a:ea typeface="STIX Two Text"/>
                <a:cs typeface="STIX Two Text"/>
                <a:sym typeface="STIX Two Text"/>
              </a:rPr>
              <a:t>Protocol</a:t>
            </a:r>
            <a:endParaRPr sz="2100" b="1" dirty="0">
              <a:solidFill>
                <a:schemeClr val="accent2"/>
              </a:solidFill>
              <a:latin typeface="STIX Two Text"/>
              <a:ea typeface="STIX Two Text"/>
              <a:cs typeface="STIX Two Text"/>
              <a:sym typeface="STIX Two Text"/>
            </a:endParaRPr>
          </a:p>
        </p:txBody>
      </p:sp>
      <p:sp>
        <p:nvSpPr>
          <p:cNvPr id="518" name="Google Shape;518;p58"/>
          <p:cNvSpPr txBox="1"/>
          <p:nvPr/>
        </p:nvSpPr>
        <p:spPr>
          <a:xfrm>
            <a:off x="226175" y="724325"/>
            <a:ext cx="8745600" cy="64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lt1"/>
                </a:solidFill>
                <a:latin typeface="STIX Two Text"/>
                <a:ea typeface="STIX Two Text"/>
                <a:cs typeface="STIX Two Text"/>
                <a:sym typeface="STIX Two Text"/>
              </a:rPr>
              <a:t>This section explains how Magentic-One is fairly evaluated using standardized, real-world-like benchmarks (GAIA, AssistantBench, WebArena) with the AutoGenBench tool, ensuring all tests are unbiased, repeatable, and meaningful.</a:t>
            </a:r>
            <a:endParaRPr sz="1200" dirty="0">
              <a:solidFill>
                <a:schemeClr val="lt1"/>
              </a:solidFill>
              <a:latin typeface="STIX Two Text"/>
              <a:ea typeface="STIX Two Text"/>
              <a:cs typeface="STIX Two Text"/>
              <a:sym typeface="STIX Two Text"/>
            </a:endParaRPr>
          </a:p>
        </p:txBody>
      </p:sp>
      <p:sp>
        <p:nvSpPr>
          <p:cNvPr id="519" name="Google Shape;519;p58"/>
          <p:cNvSpPr/>
          <p:nvPr/>
        </p:nvSpPr>
        <p:spPr>
          <a:xfrm>
            <a:off x="-144425" y="2200475"/>
            <a:ext cx="3250200" cy="2988600"/>
          </a:xfrm>
          <a:prstGeom prst="ellipse">
            <a:avLst/>
          </a:prstGeom>
          <a:gradFill>
            <a:gsLst>
              <a:gs pos="0">
                <a:schemeClr val="accent4"/>
              </a:gs>
              <a:gs pos="100000">
                <a:schemeClr val="dk2"/>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dirty="0">
                <a:solidFill>
                  <a:schemeClr val="accent2"/>
                </a:solidFill>
                <a:latin typeface="STIX Two Text"/>
                <a:ea typeface="STIX Two Text"/>
                <a:cs typeface="STIX Two Text"/>
                <a:sym typeface="STIX Two Text"/>
              </a:rPr>
              <a:t>GAIA</a:t>
            </a:r>
            <a:endParaRPr sz="1100" dirty="0">
              <a:solidFill>
                <a:schemeClr val="accent2"/>
              </a:solidFill>
              <a:latin typeface="STIX Two Text"/>
              <a:ea typeface="STIX Two Text"/>
              <a:cs typeface="STIX Two Text"/>
              <a:sym typeface="STIX Two Text"/>
            </a:endParaRPr>
          </a:p>
          <a:p>
            <a:pPr marL="0" lvl="0" indent="0" algn="ctr" rtl="0">
              <a:spcBef>
                <a:spcPts val="0"/>
              </a:spcBef>
              <a:spcAft>
                <a:spcPts val="0"/>
              </a:spcAft>
              <a:buNone/>
            </a:pPr>
            <a:endParaRPr sz="1100" dirty="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100" dirty="0">
                <a:solidFill>
                  <a:schemeClr val="lt1"/>
                </a:solidFill>
                <a:latin typeface="STIX Two Text"/>
                <a:ea typeface="STIX Two Text"/>
                <a:cs typeface="STIX Two Text"/>
                <a:sym typeface="STIX Two Text"/>
              </a:rPr>
              <a:t>465 complex, real-world multi-modal question-answer tasks (web search, coding, reasoning).</a:t>
            </a:r>
            <a:endParaRPr sz="1100" dirty="0">
              <a:solidFill>
                <a:schemeClr val="lt1"/>
              </a:solidFill>
              <a:latin typeface="STIX Two Text"/>
              <a:ea typeface="STIX Two Text"/>
              <a:cs typeface="STIX Two Text"/>
              <a:sym typeface="STIX Two Text"/>
            </a:endParaRPr>
          </a:p>
          <a:p>
            <a:pPr marL="457200" lvl="0" indent="0" algn="ctr" rtl="0">
              <a:spcBef>
                <a:spcPts val="0"/>
              </a:spcBef>
              <a:spcAft>
                <a:spcPts val="0"/>
              </a:spcAft>
              <a:buNone/>
            </a:pPr>
            <a:endParaRPr sz="1100" dirty="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100" dirty="0">
                <a:solidFill>
                  <a:schemeClr val="lt1"/>
                </a:solidFill>
                <a:latin typeface="STIX Two Text"/>
                <a:ea typeface="STIX Two Text"/>
                <a:cs typeface="STIX Two Text"/>
                <a:sym typeface="STIX Two Text"/>
              </a:rPr>
              <a:t>Tasks are verifiable by string matching.</a:t>
            </a:r>
            <a:endParaRPr sz="1100" dirty="0">
              <a:solidFill>
                <a:schemeClr val="lt1"/>
              </a:solidFill>
              <a:latin typeface="STIX Two Text"/>
              <a:ea typeface="STIX Two Text"/>
              <a:cs typeface="STIX Two Text"/>
              <a:sym typeface="STIX Two Text"/>
            </a:endParaRPr>
          </a:p>
          <a:p>
            <a:pPr marL="457200" lvl="0" indent="0" algn="ctr" rtl="0">
              <a:spcBef>
                <a:spcPts val="0"/>
              </a:spcBef>
              <a:spcAft>
                <a:spcPts val="0"/>
              </a:spcAft>
              <a:buNone/>
            </a:pPr>
            <a:endParaRPr sz="1100" dirty="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100" dirty="0">
                <a:solidFill>
                  <a:schemeClr val="lt1"/>
                </a:solidFill>
                <a:latin typeface="STIX Two Text"/>
                <a:ea typeface="STIX Two Text"/>
                <a:cs typeface="STIX Two Text"/>
                <a:sym typeface="STIX Two Text"/>
              </a:rPr>
              <a:t>Example task: </a:t>
            </a:r>
            <a:endParaRPr sz="1100" dirty="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100" dirty="0">
                <a:solidFill>
                  <a:schemeClr val="lt1"/>
                </a:solidFill>
                <a:latin typeface="STIX Two Text"/>
                <a:ea typeface="STIX Two Text"/>
                <a:cs typeface="STIX Two Text"/>
                <a:sym typeface="STIX Two Text"/>
              </a:rPr>
              <a:t>Find and compare US presidents’ birth cities.</a:t>
            </a:r>
            <a:endParaRPr sz="1100" dirty="0">
              <a:solidFill>
                <a:schemeClr val="lt1"/>
              </a:solidFill>
              <a:latin typeface="STIX Two Text"/>
              <a:ea typeface="STIX Two Text"/>
              <a:cs typeface="STIX Two Text"/>
              <a:sym typeface="STIX Two Text"/>
            </a:endParaRPr>
          </a:p>
        </p:txBody>
      </p:sp>
      <p:sp>
        <p:nvSpPr>
          <p:cNvPr id="520" name="Google Shape;520;p58"/>
          <p:cNvSpPr/>
          <p:nvPr/>
        </p:nvSpPr>
        <p:spPr>
          <a:xfrm>
            <a:off x="2770896" y="2053375"/>
            <a:ext cx="3425400" cy="3184500"/>
          </a:xfrm>
          <a:prstGeom prst="ellipse">
            <a:avLst/>
          </a:prstGeom>
          <a:gradFill>
            <a:gsLst>
              <a:gs pos="0">
                <a:srgbClr val="00897E"/>
              </a:gs>
              <a:gs pos="100000">
                <a:srgbClr val="010605"/>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accent2"/>
                </a:solidFill>
                <a:latin typeface="STIX Two Text"/>
                <a:ea typeface="STIX Two Text"/>
                <a:cs typeface="STIX Two Text"/>
                <a:sym typeface="STIX Two Text"/>
              </a:rPr>
              <a:t>AssistantBench</a:t>
            </a:r>
            <a:endParaRPr sz="1700">
              <a:solidFill>
                <a:schemeClr val="accent2"/>
              </a:solidFill>
              <a:latin typeface="STIX Two Text"/>
              <a:ea typeface="STIX Two Text"/>
              <a:cs typeface="STIX Two Text"/>
              <a:sym typeface="STIX Two Text"/>
            </a:endParaRPr>
          </a:p>
          <a:p>
            <a:pPr marL="0" lvl="0" indent="0" algn="ctr" rtl="0">
              <a:spcBef>
                <a:spcPts val="0"/>
              </a:spcBef>
              <a:spcAft>
                <a:spcPts val="0"/>
              </a:spcAft>
              <a:buNone/>
            </a:pPr>
            <a:endParaRPr sz="170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000">
                <a:solidFill>
                  <a:schemeClr val="lt1"/>
                </a:solidFill>
                <a:latin typeface="STIX Two Text"/>
                <a:ea typeface="STIX Two Text"/>
                <a:cs typeface="STIX Two Text"/>
                <a:sym typeface="STIX Two Text"/>
              </a:rPr>
              <a:t>214 realistic, time-consuming web tasks (site navigation, info retrieval).</a:t>
            </a:r>
            <a:br>
              <a:rPr lang="en" sz="1000">
                <a:solidFill>
                  <a:schemeClr val="lt1"/>
                </a:solidFill>
                <a:latin typeface="STIX Two Text"/>
                <a:ea typeface="STIX Two Text"/>
                <a:cs typeface="STIX Two Text"/>
                <a:sym typeface="STIX Two Text"/>
              </a:rPr>
            </a:b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000">
                <a:solidFill>
                  <a:schemeClr val="lt1"/>
                </a:solidFill>
                <a:latin typeface="STIX Two Text"/>
                <a:ea typeface="STIX Two Text"/>
                <a:cs typeface="STIX Two Text"/>
                <a:sym typeface="STIX Two Text"/>
              </a:rPr>
              <a:t>Tasks take several minutes for a human.</a:t>
            </a:r>
            <a:br>
              <a:rPr lang="en" sz="1000">
                <a:solidFill>
                  <a:schemeClr val="lt1"/>
                </a:solidFill>
                <a:latin typeface="STIX Two Text"/>
                <a:ea typeface="STIX Two Text"/>
                <a:cs typeface="STIX Two Text"/>
                <a:sym typeface="STIX Two Text"/>
              </a:rPr>
            </a:b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000">
                <a:solidFill>
                  <a:schemeClr val="lt1"/>
                </a:solidFill>
                <a:latin typeface="STIX Two Text"/>
                <a:ea typeface="STIX Two Text"/>
                <a:cs typeface="STIX Two Text"/>
                <a:sym typeface="STIX Two Text"/>
              </a:rPr>
              <a:t>Also uses string matching for evaluation but allows partial credit.</a:t>
            </a:r>
            <a:br>
              <a:rPr lang="en" sz="1000">
                <a:solidFill>
                  <a:schemeClr val="lt1"/>
                </a:solidFill>
                <a:latin typeface="STIX Two Text"/>
                <a:ea typeface="STIX Two Text"/>
                <a:cs typeface="STIX Two Text"/>
                <a:sym typeface="STIX Two Text"/>
              </a:rPr>
            </a:b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000">
                <a:solidFill>
                  <a:schemeClr val="lt1"/>
                </a:solidFill>
                <a:latin typeface="STIX Two Text"/>
                <a:ea typeface="STIX Two Text"/>
                <a:cs typeface="STIX Two Text"/>
                <a:sym typeface="STIX Two Text"/>
              </a:rPr>
              <a:t>Example task: </a:t>
            </a: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000">
                <a:solidFill>
                  <a:schemeClr val="lt1"/>
                </a:solidFill>
                <a:latin typeface="STIX Two Text"/>
                <a:ea typeface="STIX Two Text"/>
                <a:cs typeface="STIX Two Text"/>
                <a:sym typeface="STIX Two Text"/>
              </a:rPr>
              <a:t>Find supermarkets near Lincoln Park with salad under $15.</a:t>
            </a: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endParaRPr sz="1100">
              <a:solidFill>
                <a:schemeClr val="lt1"/>
              </a:solidFill>
              <a:latin typeface="STIX Two Text"/>
              <a:ea typeface="STIX Two Text"/>
              <a:cs typeface="STIX Two Text"/>
              <a:sym typeface="STIX Two Text"/>
            </a:endParaRPr>
          </a:p>
        </p:txBody>
      </p:sp>
      <p:sp>
        <p:nvSpPr>
          <p:cNvPr id="521" name="Google Shape;521;p58"/>
          <p:cNvSpPr/>
          <p:nvPr/>
        </p:nvSpPr>
        <p:spPr>
          <a:xfrm>
            <a:off x="5978501" y="2105775"/>
            <a:ext cx="3339600" cy="3184500"/>
          </a:xfrm>
          <a:prstGeom prst="ellipse">
            <a:avLst/>
          </a:prstGeom>
          <a:gradFill>
            <a:gsLst>
              <a:gs pos="0">
                <a:schemeClr val="accent4"/>
              </a:gs>
              <a:gs pos="100000">
                <a:schemeClr val="dk2"/>
              </a:gs>
            </a:gsLst>
            <a:path path="circle">
              <a:fillToRect l="50000" t="50000" r="50000" b="50000"/>
            </a:path>
            <a:tileRect/>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accent2"/>
                </a:solidFill>
                <a:latin typeface="STIX Two Text"/>
                <a:ea typeface="STIX Two Text"/>
                <a:cs typeface="STIX Two Text"/>
                <a:sym typeface="STIX Two Text"/>
              </a:rPr>
              <a:t>WebArena</a:t>
            </a:r>
            <a:endParaRPr sz="1700">
              <a:solidFill>
                <a:schemeClr val="accent2"/>
              </a:solidFill>
              <a:latin typeface="STIX Two Text"/>
              <a:ea typeface="STIX Two Text"/>
              <a:cs typeface="STIX Two Text"/>
              <a:sym typeface="STIX Two Text"/>
            </a:endParaRPr>
          </a:p>
          <a:p>
            <a:pPr marL="0" lvl="0" indent="0" algn="ctr" rtl="0">
              <a:spcBef>
                <a:spcPts val="0"/>
              </a:spcBef>
              <a:spcAft>
                <a:spcPts val="0"/>
              </a:spcAft>
              <a:buNone/>
            </a:pP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000">
                <a:solidFill>
                  <a:schemeClr val="lt1"/>
                </a:solidFill>
                <a:latin typeface="STIX Two Text"/>
                <a:ea typeface="STIX Two Text"/>
                <a:cs typeface="STIX Two Text"/>
                <a:sym typeface="STIX Two Text"/>
              </a:rPr>
              <a:t>812 tasks in synthetic web environments (shopping, forums, maps, etc.).</a:t>
            </a: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000">
                <a:solidFill>
                  <a:schemeClr val="lt1"/>
                </a:solidFill>
                <a:latin typeface="STIX Two Text"/>
                <a:ea typeface="STIX Two Text"/>
                <a:cs typeface="STIX Two Text"/>
                <a:sym typeface="STIX Two Text"/>
              </a:rPr>
              <a:t>Requires agents to perform multi-step navigation and actions.</a:t>
            </a: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000">
                <a:solidFill>
                  <a:schemeClr val="lt1"/>
                </a:solidFill>
                <a:latin typeface="STIX Two Text"/>
                <a:ea typeface="STIX Two Text"/>
                <a:cs typeface="STIX Two Text"/>
                <a:sym typeface="STIX Two Text"/>
              </a:rPr>
              <a:t>Custom validation and test splits created by the authors for unbiased testing.</a:t>
            </a: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000">
                <a:solidFill>
                  <a:schemeClr val="lt1"/>
                </a:solidFill>
                <a:latin typeface="STIX Two Text"/>
                <a:ea typeface="STIX Two Text"/>
                <a:cs typeface="STIX Two Text"/>
                <a:sym typeface="STIX Two Text"/>
              </a:rPr>
              <a:t>Example task: </a:t>
            </a: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r>
              <a:rPr lang="en" sz="1000">
                <a:solidFill>
                  <a:schemeClr val="lt1"/>
                </a:solidFill>
                <a:latin typeface="STIX Two Text"/>
                <a:ea typeface="STIX Two Text"/>
                <a:cs typeface="STIX Two Text"/>
                <a:sym typeface="STIX Two Text"/>
              </a:rPr>
              <a:t>Count comments with more downvotes for a specific forum user.</a:t>
            </a: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endParaRPr sz="1000">
              <a:solidFill>
                <a:schemeClr val="lt1"/>
              </a:solidFill>
              <a:latin typeface="STIX Two Text"/>
              <a:ea typeface="STIX Two Text"/>
              <a:cs typeface="STIX Two Text"/>
              <a:sym typeface="STIX Two Text"/>
            </a:endParaRPr>
          </a:p>
          <a:p>
            <a:pPr marL="0" lvl="0" indent="0" algn="ctr" rtl="0">
              <a:spcBef>
                <a:spcPts val="0"/>
              </a:spcBef>
              <a:spcAft>
                <a:spcPts val="0"/>
              </a:spcAft>
              <a:buNone/>
            </a:pPr>
            <a:endParaRPr sz="1000">
              <a:solidFill>
                <a:schemeClr val="lt1"/>
              </a:solidFill>
              <a:latin typeface="STIX Two Text"/>
              <a:ea typeface="STIX Two Text"/>
              <a:cs typeface="STIX Two Text"/>
              <a:sym typeface="STIX Two Text"/>
            </a:endParaRPr>
          </a:p>
        </p:txBody>
      </p:sp>
      <p:sp>
        <p:nvSpPr>
          <p:cNvPr id="522" name="Google Shape;522;p58"/>
          <p:cNvSpPr txBox="1"/>
          <p:nvPr/>
        </p:nvSpPr>
        <p:spPr>
          <a:xfrm>
            <a:off x="226175" y="1313800"/>
            <a:ext cx="5368500" cy="36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STIX Two Text"/>
                <a:ea typeface="STIX Two Text"/>
                <a:cs typeface="STIX Two Text"/>
                <a:sym typeface="STIX Two Text"/>
              </a:rPr>
              <a:t>All experiments conducted between August and October 2024.</a:t>
            </a:r>
            <a:endParaRPr sz="1200">
              <a:solidFill>
                <a:schemeClr val="lt1"/>
              </a:solidFill>
              <a:latin typeface="STIX Two Text"/>
              <a:ea typeface="STIX Two Text"/>
              <a:cs typeface="STIX Two Text"/>
              <a:sym typeface="STIX Two Text"/>
            </a:endParaRPr>
          </a:p>
          <a:p>
            <a:pPr marL="0" lvl="0" indent="0" algn="l" rtl="0">
              <a:spcBef>
                <a:spcPts val="0"/>
              </a:spcBef>
              <a:spcAft>
                <a:spcPts val="0"/>
              </a:spcAft>
              <a:buNone/>
            </a:pPr>
            <a:endParaRPr sz="1200">
              <a:solidFill>
                <a:schemeClr val="lt1"/>
              </a:solidFill>
              <a:latin typeface="STIX Two Text"/>
              <a:ea typeface="STIX Two Text"/>
              <a:cs typeface="STIX Two Text"/>
              <a:sym typeface="STIX Two Text"/>
            </a:endParaRPr>
          </a:p>
          <a:p>
            <a:pPr marL="0" lvl="0" indent="0" algn="l" rtl="0">
              <a:spcBef>
                <a:spcPts val="0"/>
              </a:spcBef>
              <a:spcAft>
                <a:spcPts val="0"/>
              </a:spcAft>
              <a:buNone/>
            </a:pPr>
            <a:endParaRPr sz="1200">
              <a:solidFill>
                <a:schemeClr val="lt1"/>
              </a:solidFill>
              <a:latin typeface="STIX Two Text"/>
              <a:ea typeface="STIX Two Text"/>
              <a:cs typeface="STIX Two Text"/>
              <a:sym typeface="STIX Two Tex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7"/>
                                        </p:tgtEl>
                                        <p:attrNameLst>
                                          <p:attrName>style.visibility</p:attrName>
                                        </p:attrNameLst>
                                      </p:cBhvr>
                                      <p:to>
                                        <p:strVal val="visible"/>
                                      </p:to>
                                    </p:set>
                                    <p:animEffect transition="in" filter="fade">
                                      <p:cBhvr>
                                        <p:cTn id="7" dur="500"/>
                                        <p:tgtEl>
                                          <p:spTgt spid="5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8"/>
                                        </p:tgtEl>
                                        <p:attrNameLst>
                                          <p:attrName>style.visibility</p:attrName>
                                        </p:attrNameLst>
                                      </p:cBhvr>
                                      <p:to>
                                        <p:strVal val="visible"/>
                                      </p:to>
                                    </p:set>
                                    <p:animEffect transition="in" filter="fade">
                                      <p:cBhvr>
                                        <p:cTn id="12" dur="500"/>
                                        <p:tgtEl>
                                          <p:spTgt spid="51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22"/>
                                        </p:tgtEl>
                                        <p:attrNameLst>
                                          <p:attrName>style.visibility</p:attrName>
                                        </p:attrNameLst>
                                      </p:cBhvr>
                                      <p:to>
                                        <p:strVal val="visible"/>
                                      </p:to>
                                    </p:set>
                                    <p:animEffect transition="in" filter="fade">
                                      <p:cBhvr>
                                        <p:cTn id="15" dur="500"/>
                                        <p:tgtEl>
                                          <p:spTgt spid="52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519"/>
                                        </p:tgtEl>
                                        <p:attrNameLst>
                                          <p:attrName>style.visibility</p:attrName>
                                        </p:attrNameLst>
                                      </p:cBhvr>
                                      <p:to>
                                        <p:strVal val="visible"/>
                                      </p:to>
                                    </p:set>
                                    <p:anim calcmode="lin" valueType="num">
                                      <p:cBhvr additive="base">
                                        <p:cTn id="20" dur="500" fill="hold"/>
                                        <p:tgtEl>
                                          <p:spTgt spid="519"/>
                                        </p:tgtEl>
                                        <p:attrNameLst>
                                          <p:attrName>ppt_x</p:attrName>
                                        </p:attrNameLst>
                                      </p:cBhvr>
                                      <p:tavLst>
                                        <p:tav tm="0">
                                          <p:val>
                                            <p:strVal val="#ppt_x"/>
                                          </p:val>
                                        </p:tav>
                                        <p:tav tm="100000">
                                          <p:val>
                                            <p:strVal val="#ppt_x"/>
                                          </p:val>
                                        </p:tav>
                                      </p:tavLst>
                                    </p:anim>
                                    <p:anim calcmode="lin" valueType="num">
                                      <p:cBhvr additive="base">
                                        <p:cTn id="21" dur="500" fill="hold"/>
                                        <p:tgtEl>
                                          <p:spTgt spid="519"/>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520"/>
                                        </p:tgtEl>
                                        <p:attrNameLst>
                                          <p:attrName>style.visibility</p:attrName>
                                        </p:attrNameLst>
                                      </p:cBhvr>
                                      <p:to>
                                        <p:strVal val="visible"/>
                                      </p:to>
                                    </p:set>
                                    <p:anim calcmode="lin" valueType="num">
                                      <p:cBhvr additive="base">
                                        <p:cTn id="26" dur="500" fill="hold"/>
                                        <p:tgtEl>
                                          <p:spTgt spid="520"/>
                                        </p:tgtEl>
                                        <p:attrNameLst>
                                          <p:attrName>ppt_x</p:attrName>
                                        </p:attrNameLst>
                                      </p:cBhvr>
                                      <p:tavLst>
                                        <p:tav tm="0">
                                          <p:val>
                                            <p:strVal val="#ppt_x"/>
                                          </p:val>
                                        </p:tav>
                                        <p:tav tm="100000">
                                          <p:val>
                                            <p:strVal val="#ppt_x"/>
                                          </p:val>
                                        </p:tav>
                                      </p:tavLst>
                                    </p:anim>
                                    <p:anim calcmode="lin" valueType="num">
                                      <p:cBhvr additive="base">
                                        <p:cTn id="27" dur="500" fill="hold"/>
                                        <p:tgtEl>
                                          <p:spTgt spid="520"/>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521"/>
                                        </p:tgtEl>
                                        <p:attrNameLst>
                                          <p:attrName>style.visibility</p:attrName>
                                        </p:attrNameLst>
                                      </p:cBhvr>
                                      <p:to>
                                        <p:strVal val="visible"/>
                                      </p:to>
                                    </p:set>
                                    <p:anim calcmode="lin" valueType="num">
                                      <p:cBhvr additive="base">
                                        <p:cTn id="32" dur="500" fill="hold"/>
                                        <p:tgtEl>
                                          <p:spTgt spid="521"/>
                                        </p:tgtEl>
                                        <p:attrNameLst>
                                          <p:attrName>ppt_x</p:attrName>
                                        </p:attrNameLst>
                                      </p:cBhvr>
                                      <p:tavLst>
                                        <p:tav tm="0">
                                          <p:val>
                                            <p:strVal val="#ppt_x"/>
                                          </p:val>
                                        </p:tav>
                                        <p:tav tm="100000">
                                          <p:val>
                                            <p:strVal val="#ppt_x"/>
                                          </p:val>
                                        </p:tav>
                                      </p:tavLst>
                                    </p:anim>
                                    <p:anim calcmode="lin" valueType="num">
                                      <p:cBhvr additive="base">
                                        <p:cTn id="33" dur="500" fill="hold"/>
                                        <p:tgtEl>
                                          <p:spTgt spid="5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 grpId="0"/>
      <p:bldP spid="518" grpId="0"/>
      <p:bldP spid="519" grpId="0" animBg="1"/>
      <p:bldP spid="520" grpId="0" animBg="1"/>
      <p:bldP spid="521" grpId="0" animBg="1"/>
      <p:bldP spid="52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26"/>
        <p:cNvGrpSpPr/>
        <p:nvPr/>
      </p:nvGrpSpPr>
      <p:grpSpPr>
        <a:xfrm>
          <a:off x="0" y="0"/>
          <a:ext cx="0" cy="0"/>
          <a:chOff x="0" y="0"/>
          <a:chExt cx="0" cy="0"/>
        </a:xfrm>
      </p:grpSpPr>
      <p:sp>
        <p:nvSpPr>
          <p:cNvPr id="527" name="Google Shape;527;p59"/>
          <p:cNvSpPr txBox="1">
            <a:spLocks noGrp="1"/>
          </p:cNvSpPr>
          <p:nvPr>
            <p:ph type="title" idx="4"/>
          </p:nvPr>
        </p:nvSpPr>
        <p:spPr>
          <a:xfrm>
            <a:off x="3168900" y="64575"/>
            <a:ext cx="3341400" cy="323100"/>
          </a:xfrm>
          <a:prstGeom prst="rect">
            <a:avLst/>
          </a:prstGeom>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2100" b="1" dirty="0">
                <a:solidFill>
                  <a:schemeClr val="accent2"/>
                </a:solidFill>
                <a:latin typeface="STIX Two Text"/>
                <a:ea typeface="STIX Two Text"/>
                <a:cs typeface="STIX Two Text"/>
                <a:sym typeface="STIX Two Text"/>
              </a:rPr>
              <a:t>Benchmarks </a:t>
            </a:r>
            <a:r>
              <a:rPr lang="en" sz="2100" b="1" dirty="0">
                <a:latin typeface="STIX Two Text"/>
                <a:ea typeface="STIX Two Text"/>
                <a:cs typeface="STIX Two Text"/>
                <a:sym typeface="STIX Two Text"/>
              </a:rPr>
              <a:t>Results</a:t>
            </a:r>
            <a:endParaRPr sz="2100" b="1" dirty="0">
              <a:latin typeface="STIX Two Text"/>
              <a:ea typeface="STIX Two Text"/>
              <a:cs typeface="STIX Two Text"/>
              <a:sym typeface="STIX Two Text"/>
            </a:endParaRPr>
          </a:p>
        </p:txBody>
      </p:sp>
      <p:graphicFrame>
        <p:nvGraphicFramePr>
          <p:cNvPr id="528" name="Google Shape;528;p59"/>
          <p:cNvGraphicFramePr/>
          <p:nvPr/>
        </p:nvGraphicFramePr>
        <p:xfrm>
          <a:off x="453450" y="590525"/>
          <a:ext cx="7869900" cy="2330450"/>
        </p:xfrm>
        <a:graphic>
          <a:graphicData uri="http://schemas.openxmlformats.org/drawingml/2006/table">
            <a:tbl>
              <a:tblPr>
                <a:noFill/>
                <a:tableStyleId>{5BCF7B4B-A6F2-4EE3-9BD9-BB383DF8803A}</a:tableStyleId>
              </a:tblPr>
              <a:tblGrid>
                <a:gridCol w="1737250">
                  <a:extLst>
                    <a:ext uri="{9D8B030D-6E8A-4147-A177-3AD203B41FA5}">
                      <a16:colId xmlns:a16="http://schemas.microsoft.com/office/drawing/2014/main" val="20000"/>
                    </a:ext>
                  </a:extLst>
                </a:gridCol>
                <a:gridCol w="1415650">
                  <a:extLst>
                    <a:ext uri="{9D8B030D-6E8A-4147-A177-3AD203B41FA5}">
                      <a16:colId xmlns:a16="http://schemas.microsoft.com/office/drawing/2014/main" val="20001"/>
                    </a:ext>
                  </a:extLst>
                </a:gridCol>
                <a:gridCol w="1613575">
                  <a:extLst>
                    <a:ext uri="{9D8B030D-6E8A-4147-A177-3AD203B41FA5}">
                      <a16:colId xmlns:a16="http://schemas.microsoft.com/office/drawing/2014/main" val="20002"/>
                    </a:ext>
                  </a:extLst>
                </a:gridCol>
                <a:gridCol w="1477475">
                  <a:extLst>
                    <a:ext uri="{9D8B030D-6E8A-4147-A177-3AD203B41FA5}">
                      <a16:colId xmlns:a16="http://schemas.microsoft.com/office/drawing/2014/main" val="20003"/>
                    </a:ext>
                  </a:extLst>
                </a:gridCol>
                <a:gridCol w="1625950">
                  <a:extLst>
                    <a:ext uri="{9D8B030D-6E8A-4147-A177-3AD203B41FA5}">
                      <a16:colId xmlns:a16="http://schemas.microsoft.com/office/drawing/2014/main" val="20004"/>
                    </a:ext>
                  </a:extLst>
                </a:gridCol>
              </a:tblGrid>
              <a:tr h="647350">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Benchmark</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Magentic-One (GPT-4o)</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Magentic-One (GPT-4o, o1)</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Best Baseline</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Human</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extLst>
                  <a:ext uri="{0D108BD9-81ED-4DB2-BD59-A6C34878D82A}">
                    <a16:rowId xmlns:a16="http://schemas.microsoft.com/office/drawing/2014/main" val="10000"/>
                  </a:ext>
                </a:extLst>
              </a:tr>
              <a:tr h="420775">
                <a:tc>
                  <a:txBody>
                    <a:bodyPr/>
                    <a:lstStyle/>
                    <a:p>
                      <a:pPr marL="0" lvl="0" indent="0" algn="l" rtl="0">
                        <a:spcBef>
                          <a:spcPts val="0"/>
                        </a:spcBef>
                        <a:spcAft>
                          <a:spcPts val="0"/>
                        </a:spcAft>
                        <a:buNone/>
                      </a:pPr>
                      <a:r>
                        <a:rPr lang="en" sz="1200">
                          <a:solidFill>
                            <a:schemeClr val="lt1"/>
                          </a:solidFill>
                          <a:latin typeface="STIX Two Text"/>
                          <a:ea typeface="STIX Two Text"/>
                          <a:cs typeface="STIX Two Text"/>
                          <a:sym typeface="STIX Two Text"/>
                        </a:rPr>
                        <a:t>GAIA</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32.3%</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38.0%</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40.5%</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92.0%</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extLst>
                  <a:ext uri="{0D108BD9-81ED-4DB2-BD59-A6C34878D82A}">
                    <a16:rowId xmlns:a16="http://schemas.microsoft.com/office/drawing/2014/main" val="10001"/>
                  </a:ext>
                </a:extLst>
              </a:tr>
              <a:tr h="420775">
                <a:tc>
                  <a:txBody>
                    <a:bodyPr/>
                    <a:lstStyle/>
                    <a:p>
                      <a:pPr marL="0" lvl="0" indent="0" algn="l" rtl="0">
                        <a:spcBef>
                          <a:spcPts val="0"/>
                        </a:spcBef>
                        <a:spcAft>
                          <a:spcPts val="0"/>
                        </a:spcAft>
                        <a:buNone/>
                      </a:pPr>
                      <a:r>
                        <a:rPr lang="en" sz="1200">
                          <a:solidFill>
                            <a:schemeClr val="lt1"/>
                          </a:solidFill>
                          <a:latin typeface="STIX Two Text"/>
                          <a:ea typeface="STIX Two Text"/>
                          <a:cs typeface="STIX Two Text"/>
                          <a:sym typeface="STIX Two Text"/>
                        </a:rPr>
                        <a:t>AssistantBench (EM)</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11.0%</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STIX Two Text"/>
                          <a:ea typeface="STIX Two Text"/>
                          <a:cs typeface="STIX Two Text"/>
                          <a:sym typeface="STIX Two Text"/>
                        </a:rPr>
                        <a:t>13.3%</a:t>
                      </a:r>
                      <a:endParaRPr sz="1200">
                        <a:solidFill>
                          <a:schemeClr val="accent2"/>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13.8%</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31.1%</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extLst>
                  <a:ext uri="{0D108BD9-81ED-4DB2-BD59-A6C34878D82A}">
                    <a16:rowId xmlns:a16="http://schemas.microsoft.com/office/drawing/2014/main" val="10002"/>
                  </a:ext>
                </a:extLst>
              </a:tr>
              <a:tr h="420775">
                <a:tc>
                  <a:txBody>
                    <a:bodyPr/>
                    <a:lstStyle/>
                    <a:p>
                      <a:pPr marL="0" lvl="0" indent="0" algn="l" rtl="0">
                        <a:spcBef>
                          <a:spcPts val="0"/>
                        </a:spcBef>
                        <a:spcAft>
                          <a:spcPts val="0"/>
                        </a:spcAft>
                        <a:buNone/>
                      </a:pPr>
                      <a:r>
                        <a:rPr lang="en" sz="1200">
                          <a:solidFill>
                            <a:schemeClr val="lt1"/>
                          </a:solidFill>
                          <a:latin typeface="STIX Two Text"/>
                          <a:ea typeface="STIX Two Text"/>
                          <a:cs typeface="STIX Two Text"/>
                          <a:sym typeface="STIX Two Text"/>
                        </a:rPr>
                        <a:t>AssistantBench (Acc)</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25.3%</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2"/>
                          </a:solidFill>
                          <a:latin typeface="STIX Two Text"/>
                          <a:ea typeface="STIX Two Text"/>
                          <a:cs typeface="STIX Two Text"/>
                          <a:sym typeface="STIX Two Text"/>
                        </a:rPr>
                        <a:t>27.7%</a:t>
                      </a:r>
                      <a:endParaRPr sz="1200">
                        <a:solidFill>
                          <a:schemeClr val="accent2"/>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26.4%</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53.3%</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extLst>
                  <a:ext uri="{0D108BD9-81ED-4DB2-BD59-A6C34878D82A}">
                    <a16:rowId xmlns:a16="http://schemas.microsoft.com/office/drawing/2014/main" val="10003"/>
                  </a:ext>
                </a:extLst>
              </a:tr>
              <a:tr h="420775">
                <a:tc>
                  <a:txBody>
                    <a:bodyPr/>
                    <a:lstStyle/>
                    <a:p>
                      <a:pPr marL="0" lvl="0" indent="0" algn="l" rtl="0">
                        <a:spcBef>
                          <a:spcPts val="0"/>
                        </a:spcBef>
                        <a:spcAft>
                          <a:spcPts val="0"/>
                        </a:spcAft>
                        <a:buNone/>
                      </a:pPr>
                      <a:r>
                        <a:rPr lang="en" sz="1200" dirty="0">
                          <a:solidFill>
                            <a:schemeClr val="lt1"/>
                          </a:solidFill>
                          <a:latin typeface="STIX Two Text"/>
                          <a:ea typeface="STIX Two Text"/>
                          <a:cs typeface="STIX Two Text"/>
                          <a:sym typeface="STIX Two Text"/>
                        </a:rPr>
                        <a:t>WebArena</a:t>
                      </a:r>
                      <a:endParaRPr sz="1200" dirty="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lt1"/>
                          </a:solidFill>
                          <a:latin typeface="STIX Two Text"/>
                          <a:ea typeface="STIX Two Text"/>
                          <a:cs typeface="STIX Two Text"/>
                          <a:sym typeface="STIX Two Text"/>
                        </a:rPr>
                        <a:t>32.8%</a:t>
                      </a:r>
                      <a:endParaRPr sz="1200" dirty="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lt1"/>
                          </a:solidFill>
                          <a:latin typeface="STIX Two Text"/>
                          <a:ea typeface="STIX Two Text"/>
                          <a:cs typeface="STIX Two Text"/>
                          <a:sym typeface="STIX Two Text"/>
                        </a:rPr>
                        <a:t>57.1%</a:t>
                      </a:r>
                      <a:endParaRPr sz="120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lt1"/>
                          </a:solidFill>
                          <a:latin typeface="STIX Two Text"/>
                          <a:ea typeface="STIX Two Text"/>
                          <a:cs typeface="STIX Two Text"/>
                          <a:sym typeface="STIX Two Text"/>
                        </a:rPr>
                        <a:t>78.2%</a:t>
                      </a:r>
                      <a:endParaRPr sz="1200" dirty="0">
                        <a:solidFill>
                          <a:schemeClr val="lt1"/>
                        </a:solidFill>
                        <a:latin typeface="STIX Two Text"/>
                        <a:ea typeface="STIX Two Text"/>
                        <a:cs typeface="STIX Two Text"/>
                        <a:sym typeface="STIX Two Text"/>
                      </a:endParaRPr>
                    </a:p>
                  </a:txBody>
                  <a:tcPr marL="91425" marR="91425" marT="91425" marB="91425">
                    <a:lnL w="28575" cap="flat" cmpd="sng">
                      <a:solidFill>
                        <a:srgbClr val="D9EAD3"/>
                      </a:solidFill>
                      <a:prstDash val="solid"/>
                      <a:round/>
                      <a:headEnd type="none" w="sm" len="sm"/>
                      <a:tailEnd type="none" w="sm" len="sm"/>
                    </a:lnL>
                    <a:lnR w="28575" cap="flat" cmpd="sng">
                      <a:solidFill>
                        <a:srgbClr val="D9EAD3"/>
                      </a:solidFill>
                      <a:prstDash val="solid"/>
                      <a:round/>
                      <a:headEnd type="none" w="sm" len="sm"/>
                      <a:tailEnd type="none" w="sm" len="sm"/>
                    </a:lnR>
                    <a:lnT w="28575" cap="flat" cmpd="sng">
                      <a:solidFill>
                        <a:srgbClr val="D9EAD3"/>
                      </a:solidFill>
                      <a:prstDash val="solid"/>
                      <a:round/>
                      <a:headEnd type="none" w="sm" len="sm"/>
                      <a:tailEnd type="none" w="sm" len="sm"/>
                    </a:lnT>
                    <a:lnB w="28575" cap="flat" cmpd="sng">
                      <a:solidFill>
                        <a:srgbClr val="D9EAD3"/>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529" name="Google Shape;529;p59"/>
          <p:cNvSpPr txBox="1"/>
          <p:nvPr/>
        </p:nvSpPr>
        <p:spPr>
          <a:xfrm>
            <a:off x="373625" y="3072825"/>
            <a:ext cx="8572500" cy="3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dirty="0">
                <a:solidFill>
                  <a:schemeClr val="lt1"/>
                </a:solidFill>
                <a:latin typeface="STIX Two Text"/>
                <a:ea typeface="STIX Two Text"/>
                <a:cs typeface="STIX Two Text"/>
                <a:sym typeface="STIX Two Text"/>
              </a:rPr>
              <a:t>Magentic-One’s results are close to or match top reported AI systems, but all systems still lag behind human performance.</a:t>
            </a:r>
            <a:endParaRPr sz="1100" dirty="0">
              <a:solidFill>
                <a:schemeClr val="lt1"/>
              </a:solidFill>
              <a:latin typeface="STIX Two Text"/>
              <a:ea typeface="STIX Two Text"/>
              <a:cs typeface="STIX Two Text"/>
              <a:sym typeface="STIX Two Text"/>
            </a:endParaRPr>
          </a:p>
        </p:txBody>
      </p:sp>
      <p:sp>
        <p:nvSpPr>
          <p:cNvPr id="530" name="Google Shape;530;p59"/>
          <p:cNvSpPr txBox="1"/>
          <p:nvPr/>
        </p:nvSpPr>
        <p:spPr>
          <a:xfrm>
            <a:off x="335525" y="3897675"/>
            <a:ext cx="8648700" cy="79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dirty="0">
                <a:solidFill>
                  <a:schemeClr val="lt1"/>
                </a:solidFill>
                <a:latin typeface="STIX Two Text"/>
                <a:ea typeface="STIX Two Text"/>
                <a:cs typeface="STIX Two Text"/>
                <a:sym typeface="STIX Two Text"/>
              </a:rPr>
              <a:t>The o1 model refused to execute certain types of tasks in WebArena, especially in Gitlab and Shopping Admin tasks, which is why those results are missing for that model in the table.</a:t>
            </a:r>
            <a:endParaRPr sz="1100" dirty="0">
              <a:solidFill>
                <a:schemeClr val="lt1"/>
              </a:solidFill>
              <a:latin typeface="STIX Two Text"/>
              <a:ea typeface="STIX Two Text"/>
              <a:cs typeface="STIX Two Text"/>
              <a:sym typeface="STIX Two Text"/>
            </a:endParaRPr>
          </a:p>
          <a:p>
            <a:pPr marL="0" lvl="0" indent="0" algn="l" rtl="0">
              <a:spcBef>
                <a:spcPts val="0"/>
              </a:spcBef>
              <a:spcAft>
                <a:spcPts val="0"/>
              </a:spcAft>
              <a:buNone/>
            </a:pPr>
            <a:endParaRPr sz="1100" dirty="0">
              <a:solidFill>
                <a:schemeClr val="lt1"/>
              </a:solidFill>
              <a:latin typeface="STIX Two Text"/>
              <a:ea typeface="STIX Two Text"/>
              <a:cs typeface="STIX Two Text"/>
              <a:sym typeface="STIX Two Text"/>
            </a:endParaRPr>
          </a:p>
          <a:p>
            <a:pPr marL="0" lvl="0" indent="0" algn="l" rtl="0">
              <a:spcBef>
                <a:spcPts val="0"/>
              </a:spcBef>
              <a:spcAft>
                <a:spcPts val="0"/>
              </a:spcAft>
              <a:buNone/>
            </a:pPr>
            <a:r>
              <a:rPr lang="en" sz="1100" dirty="0">
                <a:solidFill>
                  <a:schemeClr val="lt1"/>
                </a:solidFill>
                <a:latin typeface="STIX Two Text"/>
                <a:ea typeface="STIX Two Text"/>
                <a:cs typeface="STIX Two Text"/>
                <a:sym typeface="STIX Two Text"/>
              </a:rPr>
              <a:t>Because so many tasks were refused, it wasn’t fair or meaningful to compare the model’s performance for that benchmark.</a:t>
            </a:r>
            <a:endParaRPr sz="1100" dirty="0">
              <a:solidFill>
                <a:schemeClr val="lt1"/>
              </a:solidFill>
              <a:latin typeface="STIX Two Text"/>
              <a:ea typeface="STIX Two Text"/>
              <a:cs typeface="STIX Two Text"/>
              <a:sym typeface="STIX Two Text"/>
            </a:endParaRPr>
          </a:p>
          <a:p>
            <a:pPr marL="0" lvl="0" indent="0" algn="l" rtl="0">
              <a:spcBef>
                <a:spcPts val="0"/>
              </a:spcBef>
              <a:spcAft>
                <a:spcPts val="0"/>
              </a:spcAft>
              <a:buNone/>
            </a:pPr>
            <a:endParaRPr sz="1100" dirty="0">
              <a:solidFill>
                <a:schemeClr val="lt1"/>
              </a:solidFill>
              <a:latin typeface="STIX Two Text"/>
              <a:ea typeface="STIX Two Text"/>
              <a:cs typeface="STIX Two Text"/>
              <a:sym typeface="STIX Two Text"/>
            </a:endParaRPr>
          </a:p>
          <a:p>
            <a:pPr marL="0" lvl="0" indent="0" algn="l" rtl="0">
              <a:spcBef>
                <a:spcPts val="0"/>
              </a:spcBef>
              <a:spcAft>
                <a:spcPts val="0"/>
              </a:spcAft>
              <a:buNone/>
            </a:pPr>
            <a:endParaRPr sz="1100" dirty="0">
              <a:solidFill>
                <a:schemeClr val="lt1"/>
              </a:solidFill>
              <a:latin typeface="STIX Two Text"/>
              <a:ea typeface="STIX Two Text"/>
              <a:cs typeface="STIX Two Text"/>
              <a:sym typeface="STIX Two Text"/>
            </a:endParaRPr>
          </a:p>
        </p:txBody>
      </p:sp>
      <p:sp>
        <p:nvSpPr>
          <p:cNvPr id="531" name="Google Shape;531;p59"/>
          <p:cNvSpPr txBox="1"/>
          <p:nvPr/>
        </p:nvSpPr>
        <p:spPr>
          <a:xfrm>
            <a:off x="373625" y="3445900"/>
            <a:ext cx="6543900" cy="43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lt1"/>
                </a:solidFill>
                <a:latin typeface="STIX Two Text"/>
                <a:ea typeface="STIX Two Text"/>
                <a:cs typeface="STIX Two Text"/>
                <a:sym typeface="STIX Two Text"/>
              </a:rPr>
              <a:t>Magentic-One approaches SOTA on GAIA, lags on WebArena and still below human level </a:t>
            </a:r>
            <a:endParaRPr sz="1100">
              <a:solidFill>
                <a:schemeClr val="lt1"/>
              </a:solidFill>
              <a:latin typeface="STIX Two Text"/>
              <a:ea typeface="STIX Two Text"/>
              <a:cs typeface="STIX Two Text"/>
              <a:sym typeface="STIX Two Tex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27"/>
                                        </p:tgtEl>
                                        <p:attrNameLst>
                                          <p:attrName>style.visibility</p:attrName>
                                        </p:attrNameLst>
                                      </p:cBhvr>
                                      <p:to>
                                        <p:strVal val="visible"/>
                                      </p:to>
                                    </p:set>
                                    <p:animEffect transition="in" filter="fade">
                                      <p:cBhvr>
                                        <p:cTn id="7" dur="500"/>
                                        <p:tgtEl>
                                          <p:spTgt spid="5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8"/>
                                        </p:tgtEl>
                                        <p:attrNameLst>
                                          <p:attrName>style.visibility</p:attrName>
                                        </p:attrNameLst>
                                      </p:cBhvr>
                                      <p:to>
                                        <p:strVal val="visible"/>
                                      </p:to>
                                    </p:set>
                                    <p:animEffect transition="in" filter="fade">
                                      <p:cBhvr>
                                        <p:cTn id="12" dur="500"/>
                                        <p:tgtEl>
                                          <p:spTgt spid="5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29"/>
                                        </p:tgtEl>
                                        <p:attrNameLst>
                                          <p:attrName>style.visibility</p:attrName>
                                        </p:attrNameLst>
                                      </p:cBhvr>
                                      <p:to>
                                        <p:strVal val="visible"/>
                                      </p:to>
                                    </p:set>
                                    <p:animEffect transition="in" filter="fade">
                                      <p:cBhvr>
                                        <p:cTn id="17" dur="500"/>
                                        <p:tgtEl>
                                          <p:spTgt spid="5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31"/>
                                        </p:tgtEl>
                                        <p:attrNameLst>
                                          <p:attrName>style.visibility</p:attrName>
                                        </p:attrNameLst>
                                      </p:cBhvr>
                                      <p:to>
                                        <p:strVal val="visible"/>
                                      </p:to>
                                    </p:set>
                                    <p:animEffect transition="in" filter="fade">
                                      <p:cBhvr>
                                        <p:cTn id="20" dur="500"/>
                                        <p:tgtEl>
                                          <p:spTgt spid="531"/>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30"/>
                                        </p:tgtEl>
                                        <p:attrNameLst>
                                          <p:attrName>style.visibility</p:attrName>
                                        </p:attrNameLst>
                                      </p:cBhvr>
                                      <p:to>
                                        <p:strVal val="visible"/>
                                      </p:to>
                                    </p:set>
                                    <p:anim calcmode="lin" valueType="num">
                                      <p:cBhvr additive="base">
                                        <p:cTn id="25" dur="500" fill="hold"/>
                                        <p:tgtEl>
                                          <p:spTgt spid="530"/>
                                        </p:tgtEl>
                                        <p:attrNameLst>
                                          <p:attrName>ppt_x</p:attrName>
                                        </p:attrNameLst>
                                      </p:cBhvr>
                                      <p:tavLst>
                                        <p:tav tm="0">
                                          <p:val>
                                            <p:strVal val="#ppt_x"/>
                                          </p:val>
                                        </p:tav>
                                        <p:tav tm="100000">
                                          <p:val>
                                            <p:strVal val="#ppt_x"/>
                                          </p:val>
                                        </p:tav>
                                      </p:tavLst>
                                    </p:anim>
                                    <p:anim calcmode="lin" valueType="num">
                                      <p:cBhvr additive="base">
                                        <p:cTn id="26" dur="500" fill="hold"/>
                                        <p:tgtEl>
                                          <p:spTgt spid="5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 grpId="0"/>
      <p:bldP spid="529" grpId="0"/>
      <p:bldP spid="530" grpId="0"/>
      <p:bldP spid="53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35"/>
        <p:cNvGrpSpPr/>
        <p:nvPr/>
      </p:nvGrpSpPr>
      <p:grpSpPr>
        <a:xfrm>
          <a:off x="0" y="0"/>
          <a:ext cx="0" cy="0"/>
          <a:chOff x="0" y="0"/>
          <a:chExt cx="0" cy="0"/>
        </a:xfrm>
      </p:grpSpPr>
      <p:cxnSp>
        <p:nvCxnSpPr>
          <p:cNvPr id="536" name="Google Shape;536;p60"/>
          <p:cNvCxnSpPr/>
          <p:nvPr/>
        </p:nvCxnSpPr>
        <p:spPr>
          <a:xfrm>
            <a:off x="228600" y="627300"/>
            <a:ext cx="440700" cy="0"/>
          </a:xfrm>
          <a:prstGeom prst="straightConnector1">
            <a:avLst/>
          </a:prstGeom>
          <a:noFill/>
          <a:ln w="19050" cap="flat" cmpd="sng">
            <a:solidFill>
              <a:schemeClr val="accent6"/>
            </a:solidFill>
            <a:prstDash val="solid"/>
            <a:round/>
            <a:headEnd type="none" w="med" len="med"/>
            <a:tailEnd type="none" w="med" len="med"/>
          </a:ln>
        </p:spPr>
      </p:cxnSp>
      <p:sp>
        <p:nvSpPr>
          <p:cNvPr id="537" name="Google Shape;537;p60"/>
          <p:cNvSpPr txBox="1"/>
          <p:nvPr/>
        </p:nvSpPr>
        <p:spPr>
          <a:xfrm>
            <a:off x="3546325" y="105900"/>
            <a:ext cx="2134800" cy="52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dirty="0">
                <a:solidFill>
                  <a:schemeClr val="lt1"/>
                </a:solidFill>
                <a:latin typeface="STIX Two Text"/>
                <a:ea typeface="STIX Two Text"/>
                <a:cs typeface="STIX Two Text"/>
                <a:sym typeface="STIX Two Text"/>
              </a:rPr>
              <a:t>Error </a:t>
            </a:r>
            <a:r>
              <a:rPr lang="en" sz="2100" b="1" dirty="0">
                <a:solidFill>
                  <a:schemeClr val="accent2"/>
                </a:solidFill>
                <a:latin typeface="STIX Two Text"/>
                <a:ea typeface="STIX Two Text"/>
                <a:cs typeface="STIX Two Text"/>
                <a:sym typeface="STIX Two Text"/>
              </a:rPr>
              <a:t>Analysis </a:t>
            </a:r>
            <a:endParaRPr sz="2100" b="1" dirty="0">
              <a:solidFill>
                <a:schemeClr val="accent2"/>
              </a:solidFill>
              <a:latin typeface="STIX Two Text"/>
              <a:ea typeface="STIX Two Text"/>
              <a:cs typeface="STIX Two Text"/>
              <a:sym typeface="STIX Two Text"/>
            </a:endParaRPr>
          </a:p>
          <a:p>
            <a:pPr marL="0" lvl="0" indent="0" algn="l" rtl="0">
              <a:spcBef>
                <a:spcPts val="0"/>
              </a:spcBef>
              <a:spcAft>
                <a:spcPts val="0"/>
              </a:spcAft>
              <a:buNone/>
            </a:pPr>
            <a:endParaRPr sz="2100" b="1" dirty="0">
              <a:solidFill>
                <a:schemeClr val="lt1"/>
              </a:solidFill>
              <a:latin typeface="STIX Two Text"/>
              <a:ea typeface="STIX Two Text"/>
              <a:cs typeface="STIX Two Text"/>
              <a:sym typeface="STIX Two Text"/>
            </a:endParaRPr>
          </a:p>
        </p:txBody>
      </p:sp>
      <p:sp>
        <p:nvSpPr>
          <p:cNvPr id="538" name="Google Shape;538;p60"/>
          <p:cNvSpPr txBox="1"/>
          <p:nvPr/>
        </p:nvSpPr>
        <p:spPr>
          <a:xfrm>
            <a:off x="152400" y="724475"/>
            <a:ext cx="8693700" cy="52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lt1"/>
                </a:solidFill>
                <a:latin typeface="Roboto"/>
                <a:ea typeface="Roboto"/>
                <a:cs typeface="Roboto"/>
                <a:sym typeface="Roboto"/>
              </a:rPr>
              <a:t>To understand and categorize the current failure modes of Magentic-One and to identify what kinds of errors are most frequent.</a:t>
            </a:r>
            <a:endParaRPr sz="1200" dirty="0">
              <a:solidFill>
                <a:schemeClr val="lt1"/>
              </a:solidFill>
              <a:latin typeface="Roboto"/>
              <a:ea typeface="Roboto"/>
              <a:cs typeface="Roboto"/>
              <a:sym typeface="Roboto"/>
            </a:endParaRPr>
          </a:p>
          <a:p>
            <a:pPr marL="0" lvl="0" indent="0" algn="l" rtl="0">
              <a:spcBef>
                <a:spcPts val="0"/>
              </a:spcBef>
              <a:spcAft>
                <a:spcPts val="0"/>
              </a:spcAft>
              <a:buNone/>
            </a:pPr>
            <a:endParaRPr sz="1200" dirty="0">
              <a:solidFill>
                <a:schemeClr val="lt1"/>
              </a:solidFill>
              <a:latin typeface="Roboto"/>
              <a:ea typeface="Roboto"/>
              <a:cs typeface="Roboto"/>
              <a:sym typeface="Roboto"/>
            </a:endParaRPr>
          </a:p>
        </p:txBody>
      </p:sp>
      <p:sp>
        <p:nvSpPr>
          <p:cNvPr id="539" name="Google Shape;539;p60"/>
          <p:cNvSpPr txBox="1"/>
          <p:nvPr/>
        </p:nvSpPr>
        <p:spPr>
          <a:xfrm>
            <a:off x="597300" y="1516175"/>
            <a:ext cx="440700" cy="12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latin typeface="Roboto"/>
              <a:ea typeface="Roboto"/>
              <a:cs typeface="Roboto"/>
              <a:sym typeface="Roboto"/>
            </a:endParaRPr>
          </a:p>
        </p:txBody>
      </p:sp>
      <p:sp>
        <p:nvSpPr>
          <p:cNvPr id="540" name="Google Shape;540;p60"/>
          <p:cNvSpPr txBox="1"/>
          <p:nvPr/>
        </p:nvSpPr>
        <p:spPr>
          <a:xfrm>
            <a:off x="473575" y="1615125"/>
            <a:ext cx="123600" cy="2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latin typeface="Roboto"/>
              <a:ea typeface="Roboto"/>
              <a:cs typeface="Roboto"/>
              <a:sym typeface="Roboto"/>
            </a:endParaRPr>
          </a:p>
        </p:txBody>
      </p:sp>
      <p:pic>
        <p:nvPicPr>
          <p:cNvPr id="541" name="Google Shape;541;p60" title="image-removebg-preview (3).png"/>
          <p:cNvPicPr preferRelativeResize="0"/>
          <p:nvPr/>
        </p:nvPicPr>
        <p:blipFill>
          <a:blip r:embed="rId3">
            <a:alphaModFix/>
          </a:blip>
          <a:stretch>
            <a:fillRect/>
          </a:stretch>
        </p:blipFill>
        <p:spPr>
          <a:xfrm>
            <a:off x="6210775" y="76200"/>
            <a:ext cx="984500" cy="885300"/>
          </a:xfrm>
          <a:prstGeom prst="rect">
            <a:avLst/>
          </a:prstGeom>
          <a:noFill/>
          <a:ln>
            <a:noFill/>
          </a:ln>
        </p:spPr>
      </p:pic>
      <p:pic>
        <p:nvPicPr>
          <p:cNvPr id="542" name="Google Shape;542;p60" title="image-removebg-preview (3).png"/>
          <p:cNvPicPr preferRelativeResize="0"/>
          <p:nvPr/>
        </p:nvPicPr>
        <p:blipFill>
          <a:blip r:embed="rId3">
            <a:alphaModFix/>
          </a:blip>
          <a:stretch>
            <a:fillRect/>
          </a:stretch>
        </p:blipFill>
        <p:spPr>
          <a:xfrm flipH="1">
            <a:off x="1850550" y="76200"/>
            <a:ext cx="984500" cy="885300"/>
          </a:xfrm>
          <a:prstGeom prst="rect">
            <a:avLst/>
          </a:prstGeom>
          <a:noFill/>
          <a:ln>
            <a:noFill/>
          </a:ln>
        </p:spPr>
      </p:pic>
      <p:sp>
        <p:nvSpPr>
          <p:cNvPr id="543" name="Google Shape;543;p60"/>
          <p:cNvSpPr/>
          <p:nvPr/>
        </p:nvSpPr>
        <p:spPr>
          <a:xfrm>
            <a:off x="381000" y="1829975"/>
            <a:ext cx="3164400" cy="1220100"/>
          </a:xfrm>
          <a:prstGeom prst="homePlate">
            <a:avLst>
              <a:gd name="adj" fmla="val 50000"/>
            </a:avLst>
          </a:prstGeom>
          <a:gradFill>
            <a:gsLst>
              <a:gs pos="0">
                <a:srgbClr val="DCECD5"/>
              </a:gs>
              <a:gs pos="100000">
                <a:srgbClr val="92BC81"/>
              </a:gs>
            </a:gsLst>
            <a:lin ang="5400012" scaled="0"/>
          </a:gradFill>
          <a:ln w="9525" cap="flat" cmpd="sng">
            <a:solidFill>
              <a:schemeClr val="dk2"/>
            </a:solidFill>
            <a:prstDash val="solid"/>
            <a:round/>
            <a:headEnd type="none" w="sm" len="sm"/>
            <a:tailEnd type="none" w="sm" len="sm"/>
          </a:ln>
          <a:effectLst>
            <a:outerShdw blurRad="342900" dist="304800" dir="6000000" algn="bl" rotWithShape="0">
              <a:srgbClr val="000000">
                <a:alpha val="6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latin typeface="Roboto"/>
                <a:ea typeface="Roboto"/>
                <a:cs typeface="Roboto"/>
                <a:sym typeface="Roboto"/>
              </a:rPr>
              <a:t>Persistent-Inefficient-Actions</a:t>
            </a:r>
            <a:endParaRPr sz="1200" b="1" dirty="0">
              <a:latin typeface="Roboto"/>
              <a:ea typeface="Roboto"/>
              <a:cs typeface="Roboto"/>
              <a:sym typeface="Roboto"/>
            </a:endParaRPr>
          </a:p>
          <a:p>
            <a:pPr marL="0" lvl="0" indent="0" algn="ctr" rtl="0">
              <a:spcBef>
                <a:spcPts val="0"/>
              </a:spcBef>
              <a:spcAft>
                <a:spcPts val="0"/>
              </a:spcAft>
              <a:buNone/>
            </a:pPr>
            <a:endParaRPr sz="1200" dirty="0">
              <a:latin typeface="Roboto"/>
              <a:ea typeface="Roboto"/>
              <a:cs typeface="Roboto"/>
              <a:sym typeface="Roboto"/>
            </a:endParaRPr>
          </a:p>
          <a:p>
            <a:pPr marL="0" lvl="0" indent="0" algn="l" rtl="0">
              <a:spcBef>
                <a:spcPts val="0"/>
              </a:spcBef>
              <a:spcAft>
                <a:spcPts val="0"/>
              </a:spcAft>
              <a:buNone/>
            </a:pPr>
            <a:r>
              <a:rPr lang="en" sz="1200" dirty="0">
                <a:latin typeface="Roboto"/>
                <a:ea typeface="Roboto"/>
                <a:cs typeface="Roboto"/>
                <a:sym typeface="Roboto"/>
              </a:rPr>
              <a:t>Agents repeatedly engage in unproductive behaviors without adapting (e.g., retrying failed searches or accessing wrong data sets).</a:t>
            </a:r>
            <a:endParaRPr sz="1200" dirty="0">
              <a:latin typeface="Roboto"/>
              <a:ea typeface="Roboto"/>
              <a:cs typeface="Roboto"/>
              <a:sym typeface="Roboto"/>
            </a:endParaRPr>
          </a:p>
        </p:txBody>
      </p:sp>
      <p:sp>
        <p:nvSpPr>
          <p:cNvPr id="544" name="Google Shape;544;p60"/>
          <p:cNvSpPr txBox="1"/>
          <p:nvPr/>
        </p:nvSpPr>
        <p:spPr>
          <a:xfrm>
            <a:off x="152400" y="1307100"/>
            <a:ext cx="3476100" cy="37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Roboto"/>
                <a:ea typeface="Roboto"/>
                <a:cs typeface="Roboto"/>
                <a:sym typeface="Roboto"/>
              </a:rPr>
              <a:t>Key Error Codes Discovered</a:t>
            </a:r>
            <a:endParaRPr sz="1200">
              <a:solidFill>
                <a:schemeClr val="lt1"/>
              </a:solidFill>
              <a:latin typeface="Roboto"/>
              <a:ea typeface="Roboto"/>
              <a:cs typeface="Roboto"/>
              <a:sym typeface="Roboto"/>
            </a:endParaRPr>
          </a:p>
        </p:txBody>
      </p:sp>
      <p:sp>
        <p:nvSpPr>
          <p:cNvPr id="545" name="Google Shape;545;p60"/>
          <p:cNvSpPr/>
          <p:nvPr/>
        </p:nvSpPr>
        <p:spPr>
          <a:xfrm>
            <a:off x="381000" y="3399625"/>
            <a:ext cx="3164400" cy="1220100"/>
          </a:xfrm>
          <a:prstGeom prst="homePlate">
            <a:avLst>
              <a:gd name="adj" fmla="val 50000"/>
            </a:avLst>
          </a:prstGeom>
          <a:gradFill>
            <a:gsLst>
              <a:gs pos="0">
                <a:srgbClr val="DCECD5"/>
              </a:gs>
              <a:gs pos="100000">
                <a:srgbClr val="92BC81"/>
              </a:gs>
            </a:gsLst>
            <a:lin ang="5400012" scaled="0"/>
          </a:gradFill>
          <a:ln w="9525" cap="flat" cmpd="sng">
            <a:solidFill>
              <a:schemeClr val="dk2"/>
            </a:solidFill>
            <a:prstDash val="solid"/>
            <a:round/>
            <a:headEnd type="none" w="sm" len="sm"/>
            <a:tailEnd type="none" w="sm" len="sm"/>
          </a:ln>
          <a:effectLst>
            <a:outerShdw blurRad="342900" dist="304800" dir="6000000" algn="bl" rotWithShape="0">
              <a:srgbClr val="000000">
                <a:alpha val="6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latin typeface="Roboto"/>
                <a:ea typeface="Roboto"/>
                <a:cs typeface="Roboto"/>
                <a:sym typeface="Roboto"/>
              </a:rPr>
              <a:t>Insufficient-Verification-Steps</a:t>
            </a:r>
            <a:endParaRPr sz="1200" b="1" dirty="0">
              <a:latin typeface="Roboto"/>
              <a:ea typeface="Roboto"/>
              <a:cs typeface="Roboto"/>
              <a:sym typeface="Roboto"/>
            </a:endParaRPr>
          </a:p>
          <a:p>
            <a:pPr marL="0" lvl="0" indent="0" algn="l" rtl="0">
              <a:spcBef>
                <a:spcPts val="0"/>
              </a:spcBef>
              <a:spcAft>
                <a:spcPts val="0"/>
              </a:spcAft>
              <a:buNone/>
            </a:pPr>
            <a:endParaRPr sz="1200" dirty="0">
              <a:latin typeface="Roboto"/>
              <a:ea typeface="Roboto"/>
              <a:cs typeface="Roboto"/>
              <a:sym typeface="Roboto"/>
            </a:endParaRPr>
          </a:p>
          <a:p>
            <a:pPr marL="0" lvl="0" indent="0" algn="l" rtl="0">
              <a:spcBef>
                <a:spcPts val="0"/>
              </a:spcBef>
              <a:spcAft>
                <a:spcPts val="0"/>
              </a:spcAft>
              <a:buNone/>
            </a:pPr>
            <a:r>
              <a:rPr lang="en" sz="1200" dirty="0">
                <a:latin typeface="Roboto"/>
                <a:ea typeface="Roboto"/>
                <a:cs typeface="Roboto"/>
                <a:sym typeface="Roboto"/>
              </a:rPr>
              <a:t>Tasks completed without proper validation, causing unreliable or incorrect results.</a:t>
            </a:r>
            <a:endParaRPr sz="1200" dirty="0">
              <a:latin typeface="Roboto"/>
              <a:ea typeface="Roboto"/>
              <a:cs typeface="Roboto"/>
              <a:sym typeface="Roboto"/>
            </a:endParaRPr>
          </a:p>
        </p:txBody>
      </p:sp>
      <p:sp>
        <p:nvSpPr>
          <p:cNvPr id="546" name="Google Shape;546;p60"/>
          <p:cNvSpPr/>
          <p:nvPr/>
        </p:nvSpPr>
        <p:spPr>
          <a:xfrm>
            <a:off x="4857000" y="1754400"/>
            <a:ext cx="3164400" cy="1220100"/>
          </a:xfrm>
          <a:prstGeom prst="homePlate">
            <a:avLst>
              <a:gd name="adj" fmla="val 50000"/>
            </a:avLst>
          </a:prstGeom>
          <a:gradFill>
            <a:gsLst>
              <a:gs pos="0">
                <a:srgbClr val="DCECD5"/>
              </a:gs>
              <a:gs pos="100000">
                <a:srgbClr val="92BC81"/>
              </a:gs>
            </a:gsLst>
            <a:lin ang="5400012" scaled="0"/>
          </a:gradFill>
          <a:ln w="9525" cap="flat" cmpd="sng">
            <a:solidFill>
              <a:schemeClr val="dk2"/>
            </a:solidFill>
            <a:prstDash val="solid"/>
            <a:round/>
            <a:headEnd type="none" w="sm" len="sm"/>
            <a:tailEnd type="none" w="sm" len="sm"/>
          </a:ln>
          <a:effectLst>
            <a:outerShdw blurRad="57150" dist="304800"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latin typeface="Roboto"/>
                <a:ea typeface="Roboto"/>
                <a:cs typeface="Roboto"/>
                <a:sym typeface="Roboto"/>
              </a:rPr>
              <a:t>Inefficient-Navigation-Attempts</a:t>
            </a:r>
            <a:endParaRPr sz="1200" b="1" dirty="0">
              <a:latin typeface="Roboto"/>
              <a:ea typeface="Roboto"/>
              <a:cs typeface="Roboto"/>
              <a:sym typeface="Roboto"/>
            </a:endParaRPr>
          </a:p>
          <a:p>
            <a:pPr marL="0" lvl="0" indent="0" algn="l" rtl="0">
              <a:spcBef>
                <a:spcPts val="0"/>
              </a:spcBef>
              <a:spcAft>
                <a:spcPts val="0"/>
              </a:spcAft>
              <a:buNone/>
            </a:pPr>
            <a:endParaRPr sz="1200" dirty="0">
              <a:latin typeface="Roboto"/>
              <a:ea typeface="Roboto"/>
              <a:cs typeface="Roboto"/>
              <a:sym typeface="Roboto"/>
            </a:endParaRPr>
          </a:p>
          <a:p>
            <a:pPr marL="0" lvl="0" indent="0" algn="l" rtl="0">
              <a:spcBef>
                <a:spcPts val="0"/>
              </a:spcBef>
              <a:spcAft>
                <a:spcPts val="0"/>
              </a:spcAft>
              <a:buNone/>
            </a:pPr>
            <a:r>
              <a:rPr lang="en" sz="1200" dirty="0">
                <a:latin typeface="Roboto"/>
                <a:ea typeface="Roboto"/>
                <a:cs typeface="Roboto"/>
                <a:sym typeface="Roboto"/>
              </a:rPr>
              <a:t>Errors from poor navigation (e.g., repeatedly searching the wrong menus or tabs).</a:t>
            </a:r>
            <a:endParaRPr sz="1200" dirty="0">
              <a:latin typeface="Roboto"/>
              <a:ea typeface="Roboto"/>
              <a:cs typeface="Roboto"/>
              <a:sym typeface="Roboto"/>
            </a:endParaRPr>
          </a:p>
        </p:txBody>
      </p:sp>
      <p:sp>
        <p:nvSpPr>
          <p:cNvPr id="547" name="Google Shape;547;p60"/>
          <p:cNvSpPr/>
          <p:nvPr/>
        </p:nvSpPr>
        <p:spPr>
          <a:xfrm>
            <a:off x="4857000" y="3304625"/>
            <a:ext cx="3164400" cy="1220100"/>
          </a:xfrm>
          <a:prstGeom prst="homePlate">
            <a:avLst>
              <a:gd name="adj" fmla="val 50000"/>
            </a:avLst>
          </a:prstGeom>
          <a:gradFill>
            <a:gsLst>
              <a:gs pos="0">
                <a:srgbClr val="DCECD5"/>
              </a:gs>
              <a:gs pos="100000">
                <a:srgbClr val="92BC81"/>
              </a:gs>
            </a:gsLst>
            <a:lin ang="5400012" scaled="0"/>
          </a:gradFill>
          <a:ln w="9525" cap="flat" cmpd="sng">
            <a:solidFill>
              <a:schemeClr val="dk2"/>
            </a:solidFill>
            <a:prstDash val="solid"/>
            <a:round/>
            <a:headEnd type="none" w="sm" len="sm"/>
            <a:tailEnd type="none" w="sm" len="sm"/>
          </a:ln>
          <a:effectLst>
            <a:outerShdw blurRad="57150" dist="304800"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200" dirty="0">
              <a:latin typeface="Roboto"/>
              <a:ea typeface="Roboto"/>
              <a:cs typeface="Roboto"/>
              <a:sym typeface="Roboto"/>
            </a:endParaRPr>
          </a:p>
          <a:p>
            <a:pPr marL="0" lvl="0" indent="0" algn="l" rtl="0">
              <a:spcBef>
                <a:spcPts val="0"/>
              </a:spcBef>
              <a:spcAft>
                <a:spcPts val="0"/>
              </a:spcAft>
              <a:buNone/>
            </a:pPr>
            <a:r>
              <a:rPr lang="en" sz="1200" b="1" dirty="0">
                <a:latin typeface="Roboto"/>
                <a:ea typeface="Roboto"/>
                <a:cs typeface="Roboto"/>
                <a:sym typeface="Roboto"/>
              </a:rPr>
              <a:t>Underutilized-Resource-Options</a:t>
            </a:r>
            <a:endParaRPr sz="1200" b="1" dirty="0">
              <a:latin typeface="Roboto"/>
              <a:ea typeface="Roboto"/>
              <a:cs typeface="Roboto"/>
              <a:sym typeface="Roboto"/>
            </a:endParaRPr>
          </a:p>
          <a:p>
            <a:pPr marL="0" lvl="0" indent="0" algn="l" rtl="0">
              <a:spcBef>
                <a:spcPts val="0"/>
              </a:spcBef>
              <a:spcAft>
                <a:spcPts val="0"/>
              </a:spcAft>
              <a:buNone/>
            </a:pPr>
            <a:endParaRPr sz="1200" dirty="0">
              <a:latin typeface="Roboto"/>
              <a:ea typeface="Roboto"/>
              <a:cs typeface="Roboto"/>
              <a:sym typeface="Roboto"/>
            </a:endParaRPr>
          </a:p>
          <a:p>
            <a:pPr marL="0" lvl="0" indent="0" algn="l" rtl="0">
              <a:spcBef>
                <a:spcPts val="0"/>
              </a:spcBef>
              <a:spcAft>
                <a:spcPts val="0"/>
              </a:spcAft>
              <a:buNone/>
            </a:pPr>
            <a:r>
              <a:rPr lang="en" sz="1200" dirty="0">
                <a:latin typeface="Roboto"/>
                <a:ea typeface="Roboto"/>
                <a:cs typeface="Roboto"/>
                <a:sym typeface="Roboto"/>
              </a:rPr>
              <a:t>Agents fail to use available resources or data effectively, leading to inefficiency.</a:t>
            </a:r>
            <a:endParaRPr sz="1200" dirty="0">
              <a:latin typeface="Roboto"/>
              <a:ea typeface="Roboto"/>
              <a:cs typeface="Roboto"/>
              <a:sym typeface="Roboto"/>
            </a:endParaRPr>
          </a:p>
          <a:p>
            <a:pPr marL="0" lvl="0" indent="0" algn="l" rtl="0">
              <a:spcBef>
                <a:spcPts val="0"/>
              </a:spcBef>
              <a:spcAft>
                <a:spcPts val="0"/>
              </a:spcAft>
              <a:buNone/>
            </a:pPr>
            <a:endParaRPr sz="1200" dirty="0">
              <a:latin typeface="Roboto"/>
              <a:ea typeface="Roboto"/>
              <a:cs typeface="Roboto"/>
              <a:sym typeface="Roboto"/>
            </a:endParaRPr>
          </a:p>
          <a:p>
            <a:pPr marL="0" lvl="0" indent="0" algn="l" rtl="0">
              <a:spcBef>
                <a:spcPts val="0"/>
              </a:spcBef>
              <a:spcAft>
                <a:spcPts val="0"/>
              </a:spcAft>
              <a:buNone/>
            </a:pPr>
            <a:endParaRPr sz="1200" dirty="0">
              <a:latin typeface="Roboto"/>
              <a:ea typeface="Roboto"/>
              <a:cs typeface="Roboto"/>
              <a:sym typeface="Roboto"/>
            </a:endParaRPr>
          </a:p>
        </p:txBody>
      </p:sp>
      <p:sp>
        <p:nvSpPr>
          <p:cNvPr id="548" name="Google Shape;548;p60"/>
          <p:cNvSpPr/>
          <p:nvPr/>
        </p:nvSpPr>
        <p:spPr>
          <a:xfrm>
            <a:off x="253000" y="1738825"/>
            <a:ext cx="123600" cy="3499500"/>
          </a:xfrm>
          <a:prstGeom prst="rect">
            <a:avLst/>
          </a:prstGeom>
          <a:gradFill>
            <a:gsLst>
              <a:gs pos="0">
                <a:schemeClr val="accent4"/>
              </a:gs>
              <a:gs pos="100000">
                <a:schemeClr val="dk1"/>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49" name="Google Shape;549;p60"/>
          <p:cNvSpPr/>
          <p:nvPr/>
        </p:nvSpPr>
        <p:spPr>
          <a:xfrm>
            <a:off x="4748800" y="1675000"/>
            <a:ext cx="123600" cy="3563400"/>
          </a:xfrm>
          <a:prstGeom prst="rect">
            <a:avLst/>
          </a:prstGeom>
          <a:gradFill>
            <a:gsLst>
              <a:gs pos="0">
                <a:schemeClr val="accent4"/>
              </a:gs>
              <a:gs pos="100000">
                <a:schemeClr val="dk1"/>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38"/>
                                        </p:tgtEl>
                                        <p:attrNameLst>
                                          <p:attrName>style.visibility</p:attrName>
                                        </p:attrNameLst>
                                      </p:cBhvr>
                                      <p:to>
                                        <p:strVal val="visible"/>
                                      </p:to>
                                    </p:set>
                                    <p:animEffect transition="in" filter="fade">
                                      <p:cBhvr>
                                        <p:cTn id="15" dur="500"/>
                                        <p:tgtEl>
                                          <p:spTgt spid="53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44"/>
                                        </p:tgtEl>
                                        <p:attrNameLst>
                                          <p:attrName>style.visibility</p:attrName>
                                        </p:attrNameLst>
                                      </p:cBhvr>
                                      <p:to>
                                        <p:strVal val="visible"/>
                                      </p:to>
                                    </p:set>
                                    <p:animEffect transition="in" filter="fade">
                                      <p:cBhvr>
                                        <p:cTn id="18" dur="500"/>
                                        <p:tgtEl>
                                          <p:spTgt spid="544"/>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548"/>
                                        </p:tgtEl>
                                        <p:attrNameLst>
                                          <p:attrName>style.visibility</p:attrName>
                                        </p:attrNameLst>
                                      </p:cBhvr>
                                      <p:to>
                                        <p:strVal val="visible"/>
                                      </p:to>
                                    </p:set>
                                    <p:animEffect transition="in" filter="fade">
                                      <p:cBhvr>
                                        <p:cTn id="23" dur="1000"/>
                                        <p:tgtEl>
                                          <p:spTgt spid="548"/>
                                        </p:tgtEl>
                                      </p:cBhvr>
                                    </p:animEffect>
                                    <p:anim calcmode="lin" valueType="num">
                                      <p:cBhvr>
                                        <p:cTn id="24" dur="1000" fill="hold"/>
                                        <p:tgtEl>
                                          <p:spTgt spid="548"/>
                                        </p:tgtEl>
                                        <p:attrNameLst>
                                          <p:attrName>ppt_x</p:attrName>
                                        </p:attrNameLst>
                                      </p:cBhvr>
                                      <p:tavLst>
                                        <p:tav tm="0">
                                          <p:val>
                                            <p:strVal val="#ppt_x"/>
                                          </p:val>
                                        </p:tav>
                                        <p:tav tm="100000">
                                          <p:val>
                                            <p:strVal val="#ppt_x"/>
                                          </p:val>
                                        </p:tav>
                                      </p:tavLst>
                                    </p:anim>
                                    <p:anim calcmode="lin" valueType="num">
                                      <p:cBhvr>
                                        <p:cTn id="25" dur="1000" fill="hold"/>
                                        <p:tgtEl>
                                          <p:spTgt spid="54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543"/>
                                        </p:tgtEl>
                                        <p:attrNameLst>
                                          <p:attrName>style.visibility</p:attrName>
                                        </p:attrNameLst>
                                      </p:cBhvr>
                                      <p:to>
                                        <p:strVal val="visible"/>
                                      </p:to>
                                    </p:set>
                                    <p:animEffect transition="in" filter="fade">
                                      <p:cBhvr>
                                        <p:cTn id="28" dur="1000"/>
                                        <p:tgtEl>
                                          <p:spTgt spid="543"/>
                                        </p:tgtEl>
                                      </p:cBhvr>
                                    </p:animEffect>
                                    <p:anim calcmode="lin" valueType="num">
                                      <p:cBhvr>
                                        <p:cTn id="29" dur="1000" fill="hold"/>
                                        <p:tgtEl>
                                          <p:spTgt spid="543"/>
                                        </p:tgtEl>
                                        <p:attrNameLst>
                                          <p:attrName>ppt_x</p:attrName>
                                        </p:attrNameLst>
                                      </p:cBhvr>
                                      <p:tavLst>
                                        <p:tav tm="0">
                                          <p:val>
                                            <p:strVal val="#ppt_x"/>
                                          </p:val>
                                        </p:tav>
                                        <p:tav tm="100000">
                                          <p:val>
                                            <p:strVal val="#ppt_x"/>
                                          </p:val>
                                        </p:tav>
                                      </p:tavLst>
                                    </p:anim>
                                    <p:anim calcmode="lin" valueType="num">
                                      <p:cBhvr>
                                        <p:cTn id="30" dur="1000" fill="hold"/>
                                        <p:tgtEl>
                                          <p:spTgt spid="54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45"/>
                                        </p:tgtEl>
                                        <p:attrNameLst>
                                          <p:attrName>style.visibility</p:attrName>
                                        </p:attrNameLst>
                                      </p:cBhvr>
                                      <p:to>
                                        <p:strVal val="visible"/>
                                      </p:to>
                                    </p:set>
                                    <p:animEffect transition="in" filter="fade">
                                      <p:cBhvr>
                                        <p:cTn id="35" dur="1000"/>
                                        <p:tgtEl>
                                          <p:spTgt spid="545"/>
                                        </p:tgtEl>
                                      </p:cBhvr>
                                    </p:animEffect>
                                    <p:anim calcmode="lin" valueType="num">
                                      <p:cBhvr>
                                        <p:cTn id="36" dur="1000" fill="hold"/>
                                        <p:tgtEl>
                                          <p:spTgt spid="545"/>
                                        </p:tgtEl>
                                        <p:attrNameLst>
                                          <p:attrName>ppt_x</p:attrName>
                                        </p:attrNameLst>
                                      </p:cBhvr>
                                      <p:tavLst>
                                        <p:tav tm="0">
                                          <p:val>
                                            <p:strVal val="#ppt_x"/>
                                          </p:val>
                                        </p:tav>
                                        <p:tav tm="100000">
                                          <p:val>
                                            <p:strVal val="#ppt_x"/>
                                          </p:val>
                                        </p:tav>
                                      </p:tavLst>
                                    </p:anim>
                                    <p:anim calcmode="lin" valueType="num">
                                      <p:cBhvr>
                                        <p:cTn id="37" dur="1000" fill="hold"/>
                                        <p:tgtEl>
                                          <p:spTgt spid="54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49"/>
                                        </p:tgtEl>
                                        <p:attrNameLst>
                                          <p:attrName>style.visibility</p:attrName>
                                        </p:attrNameLst>
                                      </p:cBhvr>
                                      <p:to>
                                        <p:strVal val="visible"/>
                                      </p:to>
                                    </p:set>
                                    <p:animEffect transition="in" filter="fade">
                                      <p:cBhvr>
                                        <p:cTn id="42" dur="1000"/>
                                        <p:tgtEl>
                                          <p:spTgt spid="549"/>
                                        </p:tgtEl>
                                      </p:cBhvr>
                                    </p:animEffect>
                                    <p:anim calcmode="lin" valueType="num">
                                      <p:cBhvr>
                                        <p:cTn id="43" dur="1000" fill="hold"/>
                                        <p:tgtEl>
                                          <p:spTgt spid="549"/>
                                        </p:tgtEl>
                                        <p:attrNameLst>
                                          <p:attrName>ppt_x</p:attrName>
                                        </p:attrNameLst>
                                      </p:cBhvr>
                                      <p:tavLst>
                                        <p:tav tm="0">
                                          <p:val>
                                            <p:strVal val="#ppt_x"/>
                                          </p:val>
                                        </p:tav>
                                        <p:tav tm="100000">
                                          <p:val>
                                            <p:strVal val="#ppt_x"/>
                                          </p:val>
                                        </p:tav>
                                      </p:tavLst>
                                    </p:anim>
                                    <p:anim calcmode="lin" valueType="num">
                                      <p:cBhvr>
                                        <p:cTn id="44" dur="1000" fill="hold"/>
                                        <p:tgtEl>
                                          <p:spTgt spid="54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546"/>
                                        </p:tgtEl>
                                        <p:attrNameLst>
                                          <p:attrName>style.visibility</p:attrName>
                                        </p:attrNameLst>
                                      </p:cBhvr>
                                      <p:to>
                                        <p:strVal val="visible"/>
                                      </p:to>
                                    </p:set>
                                    <p:animEffect transition="in" filter="fade">
                                      <p:cBhvr>
                                        <p:cTn id="47" dur="1000"/>
                                        <p:tgtEl>
                                          <p:spTgt spid="546"/>
                                        </p:tgtEl>
                                      </p:cBhvr>
                                    </p:animEffect>
                                    <p:anim calcmode="lin" valueType="num">
                                      <p:cBhvr>
                                        <p:cTn id="48" dur="1000" fill="hold"/>
                                        <p:tgtEl>
                                          <p:spTgt spid="546"/>
                                        </p:tgtEl>
                                        <p:attrNameLst>
                                          <p:attrName>ppt_x</p:attrName>
                                        </p:attrNameLst>
                                      </p:cBhvr>
                                      <p:tavLst>
                                        <p:tav tm="0">
                                          <p:val>
                                            <p:strVal val="#ppt_x"/>
                                          </p:val>
                                        </p:tav>
                                        <p:tav tm="100000">
                                          <p:val>
                                            <p:strVal val="#ppt_x"/>
                                          </p:val>
                                        </p:tav>
                                      </p:tavLst>
                                    </p:anim>
                                    <p:anim calcmode="lin" valueType="num">
                                      <p:cBhvr>
                                        <p:cTn id="49" dur="1000" fill="hold"/>
                                        <p:tgtEl>
                                          <p:spTgt spid="546"/>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547"/>
                                        </p:tgtEl>
                                        <p:attrNameLst>
                                          <p:attrName>style.visibility</p:attrName>
                                        </p:attrNameLst>
                                      </p:cBhvr>
                                      <p:to>
                                        <p:strVal val="visible"/>
                                      </p:to>
                                    </p:set>
                                    <p:animEffect transition="in" filter="fade">
                                      <p:cBhvr>
                                        <p:cTn id="54" dur="1000"/>
                                        <p:tgtEl>
                                          <p:spTgt spid="547"/>
                                        </p:tgtEl>
                                      </p:cBhvr>
                                    </p:animEffect>
                                    <p:anim calcmode="lin" valueType="num">
                                      <p:cBhvr>
                                        <p:cTn id="55" dur="1000" fill="hold"/>
                                        <p:tgtEl>
                                          <p:spTgt spid="547"/>
                                        </p:tgtEl>
                                        <p:attrNameLst>
                                          <p:attrName>ppt_x</p:attrName>
                                        </p:attrNameLst>
                                      </p:cBhvr>
                                      <p:tavLst>
                                        <p:tav tm="0">
                                          <p:val>
                                            <p:strVal val="#ppt_x"/>
                                          </p:val>
                                        </p:tav>
                                        <p:tav tm="100000">
                                          <p:val>
                                            <p:strVal val="#ppt_x"/>
                                          </p:val>
                                        </p:tav>
                                      </p:tavLst>
                                    </p:anim>
                                    <p:anim calcmode="lin" valueType="num">
                                      <p:cBhvr>
                                        <p:cTn id="56" dur="1000" fill="hold"/>
                                        <p:tgtEl>
                                          <p:spTgt spid="5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 grpId="0"/>
      <p:bldP spid="538" grpId="0"/>
      <p:bldP spid="543" grpId="0" animBg="1"/>
      <p:bldP spid="544" grpId="0"/>
      <p:bldP spid="545" grpId="0" animBg="1"/>
      <p:bldP spid="546" grpId="0" animBg="1"/>
      <p:bldP spid="547" grpId="0" animBg="1"/>
      <p:bldP spid="548" grpId="0" animBg="1"/>
      <p:bldP spid="54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4"/>
            </a:gs>
            <a:gs pos="100000">
              <a:schemeClr val="dk1"/>
            </a:gs>
          </a:gsLst>
          <a:path path="circle">
            <a:fillToRect l="50000" t="50000" r="50000" b="50000"/>
          </a:path>
          <a:tileRect/>
        </a:gradFill>
        <a:effectLst/>
      </p:bgPr>
    </p:bg>
    <p:spTree>
      <p:nvGrpSpPr>
        <p:cNvPr id="1" name="Shape 564"/>
        <p:cNvGrpSpPr/>
        <p:nvPr/>
      </p:nvGrpSpPr>
      <p:grpSpPr>
        <a:xfrm>
          <a:off x="0" y="0"/>
          <a:ext cx="0" cy="0"/>
          <a:chOff x="0" y="0"/>
          <a:chExt cx="0" cy="0"/>
        </a:xfrm>
      </p:grpSpPr>
      <p:sp>
        <p:nvSpPr>
          <p:cNvPr id="565" name="Google Shape;565;p62"/>
          <p:cNvSpPr txBox="1"/>
          <p:nvPr/>
        </p:nvSpPr>
        <p:spPr>
          <a:xfrm>
            <a:off x="3677475" y="-34050"/>
            <a:ext cx="1311300" cy="61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dirty="0">
                <a:solidFill>
                  <a:schemeClr val="lt1"/>
                </a:solidFill>
                <a:latin typeface="STIX Two Text"/>
                <a:ea typeface="STIX Two Text"/>
                <a:cs typeface="STIX Two Text"/>
                <a:sym typeface="STIX Two Text"/>
              </a:rPr>
              <a:t>Abla</a:t>
            </a:r>
            <a:r>
              <a:rPr lang="en" sz="2100" b="1" dirty="0">
                <a:solidFill>
                  <a:schemeClr val="accent2"/>
                </a:solidFill>
                <a:latin typeface="STIX Two Text"/>
                <a:ea typeface="STIX Two Text"/>
                <a:cs typeface="STIX Two Text"/>
                <a:sym typeface="STIX Two Text"/>
              </a:rPr>
              <a:t>tion</a:t>
            </a:r>
            <a:endParaRPr sz="2100" b="1" dirty="0">
              <a:solidFill>
                <a:schemeClr val="accent2"/>
              </a:solidFill>
              <a:latin typeface="STIX Two Text"/>
              <a:ea typeface="STIX Two Text"/>
              <a:cs typeface="STIX Two Text"/>
              <a:sym typeface="STIX Two Text"/>
            </a:endParaRPr>
          </a:p>
        </p:txBody>
      </p:sp>
      <p:sp>
        <p:nvSpPr>
          <p:cNvPr id="566" name="Google Shape;566;p62"/>
          <p:cNvSpPr txBox="1"/>
          <p:nvPr/>
        </p:nvSpPr>
        <p:spPr>
          <a:xfrm>
            <a:off x="152400" y="446500"/>
            <a:ext cx="8686800" cy="5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lt2"/>
                </a:solidFill>
                <a:latin typeface="Roboto Medium"/>
                <a:ea typeface="Roboto Medium"/>
                <a:cs typeface="Roboto Medium"/>
                <a:sym typeface="Roboto Medium"/>
              </a:rPr>
              <a:t>To examine how different agents and capabilities contribute to Magentic-One’s performance by systematically removing (</a:t>
            </a:r>
            <a:r>
              <a:rPr lang="en" sz="1200" dirty="0">
                <a:solidFill>
                  <a:schemeClr val="accent2"/>
                </a:solidFill>
                <a:latin typeface="Roboto Medium"/>
                <a:ea typeface="Roboto Medium"/>
                <a:cs typeface="Roboto Medium"/>
                <a:sym typeface="Roboto Medium"/>
              </a:rPr>
              <a:t>ablating</a:t>
            </a:r>
            <a:r>
              <a:rPr lang="en" sz="1200" dirty="0">
                <a:solidFill>
                  <a:schemeClr val="lt2"/>
                </a:solidFill>
                <a:latin typeface="Roboto Medium"/>
                <a:ea typeface="Roboto Medium"/>
                <a:cs typeface="Roboto Medium"/>
                <a:sym typeface="Roboto Medium"/>
              </a:rPr>
              <a:t>) them.</a:t>
            </a:r>
            <a:endParaRPr sz="1200" dirty="0">
              <a:solidFill>
                <a:schemeClr val="lt2"/>
              </a:solidFill>
              <a:latin typeface="Roboto Medium"/>
              <a:ea typeface="Roboto Medium"/>
              <a:cs typeface="Roboto Medium"/>
              <a:sym typeface="Roboto Medium"/>
            </a:endParaRPr>
          </a:p>
        </p:txBody>
      </p:sp>
      <p:sp>
        <p:nvSpPr>
          <p:cNvPr id="567" name="Google Shape;567;p62"/>
          <p:cNvSpPr txBox="1"/>
          <p:nvPr/>
        </p:nvSpPr>
        <p:spPr>
          <a:xfrm>
            <a:off x="131400" y="988700"/>
            <a:ext cx="8405400" cy="43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lt1"/>
                </a:solidFill>
                <a:latin typeface="Roboto Medium"/>
                <a:ea typeface="Roboto Medium"/>
                <a:cs typeface="Roboto Medium"/>
                <a:sym typeface="Roboto Medium"/>
              </a:rPr>
              <a:t>Ablation experiments were only performed on the GAIA validation set. The paper does not state the reason for this choice.</a:t>
            </a:r>
            <a:endParaRPr sz="1200" dirty="0">
              <a:solidFill>
                <a:schemeClr val="lt1"/>
              </a:solidFill>
              <a:latin typeface="Roboto Medium"/>
              <a:ea typeface="Roboto Medium"/>
              <a:cs typeface="Roboto Medium"/>
              <a:sym typeface="Roboto Medium"/>
            </a:endParaRPr>
          </a:p>
          <a:p>
            <a:pPr marL="0" lvl="0" indent="0" algn="l" rtl="0">
              <a:spcBef>
                <a:spcPts val="0"/>
              </a:spcBef>
              <a:spcAft>
                <a:spcPts val="0"/>
              </a:spcAft>
              <a:buNone/>
            </a:pPr>
            <a:endParaRPr sz="1200" dirty="0">
              <a:solidFill>
                <a:schemeClr val="lt1"/>
              </a:solidFill>
              <a:latin typeface="Roboto Medium"/>
              <a:ea typeface="Roboto Medium"/>
              <a:cs typeface="Roboto Medium"/>
              <a:sym typeface="Roboto Medium"/>
            </a:endParaRPr>
          </a:p>
          <a:p>
            <a:pPr marL="0" lvl="0" indent="0" algn="l" rtl="0">
              <a:spcBef>
                <a:spcPts val="0"/>
              </a:spcBef>
              <a:spcAft>
                <a:spcPts val="0"/>
              </a:spcAft>
              <a:buNone/>
            </a:pPr>
            <a:endParaRPr sz="1200" dirty="0">
              <a:solidFill>
                <a:schemeClr val="lt1"/>
              </a:solidFill>
              <a:latin typeface="Roboto Medium"/>
              <a:ea typeface="Roboto Medium"/>
              <a:cs typeface="Roboto Medium"/>
              <a:sym typeface="Roboto Medium"/>
            </a:endParaRPr>
          </a:p>
          <a:p>
            <a:pPr marL="0" lvl="0" indent="0" algn="l" rtl="0">
              <a:spcBef>
                <a:spcPts val="0"/>
              </a:spcBef>
              <a:spcAft>
                <a:spcPts val="0"/>
              </a:spcAft>
              <a:buNone/>
            </a:pPr>
            <a:endParaRPr sz="1200" dirty="0">
              <a:solidFill>
                <a:schemeClr val="lt1"/>
              </a:solidFill>
              <a:latin typeface="Roboto Medium"/>
              <a:ea typeface="Roboto Medium"/>
              <a:cs typeface="Roboto Medium"/>
              <a:sym typeface="Roboto Medium"/>
            </a:endParaRPr>
          </a:p>
          <a:p>
            <a:pPr marL="0" lvl="0" indent="0" algn="l" rtl="0">
              <a:spcBef>
                <a:spcPts val="0"/>
              </a:spcBef>
              <a:spcAft>
                <a:spcPts val="0"/>
              </a:spcAft>
              <a:buNone/>
            </a:pPr>
            <a:endParaRPr sz="1200" dirty="0">
              <a:solidFill>
                <a:schemeClr val="lt1"/>
              </a:solidFill>
              <a:latin typeface="Roboto Medium"/>
              <a:ea typeface="Roboto Medium"/>
              <a:cs typeface="Roboto Medium"/>
              <a:sym typeface="Roboto Medium"/>
            </a:endParaRPr>
          </a:p>
        </p:txBody>
      </p:sp>
      <p:sp>
        <p:nvSpPr>
          <p:cNvPr id="568" name="Google Shape;568;p62"/>
          <p:cNvSpPr/>
          <p:nvPr/>
        </p:nvSpPr>
        <p:spPr>
          <a:xfrm>
            <a:off x="228600" y="1523475"/>
            <a:ext cx="1567173" cy="1183345"/>
          </a:xfrm>
          <a:prstGeom prst="foldedCorner">
            <a:avLst>
              <a:gd name="adj" fmla="val 16667"/>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dirty="0">
              <a:latin typeface="STIX Two Text"/>
              <a:ea typeface="STIX Two Text"/>
              <a:cs typeface="STIX Two Text"/>
              <a:sym typeface="STIX Two Text"/>
            </a:endParaRPr>
          </a:p>
          <a:p>
            <a:pPr marL="0" lvl="0" indent="0" algn="ctr" rtl="0">
              <a:spcBef>
                <a:spcPts val="0"/>
              </a:spcBef>
              <a:spcAft>
                <a:spcPts val="0"/>
              </a:spcAft>
              <a:buNone/>
            </a:pPr>
            <a:endParaRPr sz="1000" dirty="0">
              <a:latin typeface="STIX Two Text"/>
              <a:ea typeface="STIX Two Text"/>
              <a:cs typeface="STIX Two Text"/>
              <a:sym typeface="STIX Two Text"/>
            </a:endParaRPr>
          </a:p>
          <a:p>
            <a:pPr marL="0" lvl="0" indent="0" algn="ctr" rtl="0">
              <a:spcBef>
                <a:spcPts val="0"/>
              </a:spcBef>
              <a:spcAft>
                <a:spcPts val="0"/>
              </a:spcAft>
              <a:buNone/>
            </a:pPr>
            <a:r>
              <a:rPr lang="en" sz="1000" b="1" dirty="0">
                <a:latin typeface="STIX Two Text"/>
                <a:ea typeface="STIX Two Text"/>
                <a:cs typeface="STIX Two Text"/>
                <a:sym typeface="STIX Two Text"/>
              </a:rPr>
              <a:t>Replace </a:t>
            </a:r>
            <a:r>
              <a:rPr lang="en" sz="1000" dirty="0">
                <a:latin typeface="STIX Two Text"/>
                <a:ea typeface="STIX Two Text"/>
                <a:cs typeface="STIX Two Text"/>
                <a:sym typeface="STIX Two Text"/>
              </a:rPr>
              <a:t>Magentic-One’s Orchestrator with a simpler one (no ledgers, no planning, no progress tracking, etc.).</a:t>
            </a:r>
            <a:endParaRPr sz="1000" dirty="0">
              <a:latin typeface="STIX Two Text"/>
              <a:ea typeface="STIX Two Text"/>
              <a:cs typeface="STIX Two Text"/>
              <a:sym typeface="STIX Two Text"/>
            </a:endParaRPr>
          </a:p>
          <a:p>
            <a:pPr marL="0" lvl="0" indent="0" algn="l" rtl="0">
              <a:spcBef>
                <a:spcPts val="0"/>
              </a:spcBef>
              <a:spcAft>
                <a:spcPts val="0"/>
              </a:spcAft>
              <a:buNone/>
            </a:pPr>
            <a:endParaRPr sz="1000" dirty="0">
              <a:latin typeface="STIX Two Text"/>
              <a:ea typeface="STIX Two Text"/>
              <a:cs typeface="STIX Two Text"/>
              <a:sym typeface="STIX Two Text"/>
            </a:endParaRPr>
          </a:p>
          <a:p>
            <a:pPr marL="0" lvl="0" indent="0" algn="ctr" rtl="0">
              <a:spcBef>
                <a:spcPts val="0"/>
              </a:spcBef>
              <a:spcAft>
                <a:spcPts val="0"/>
              </a:spcAft>
              <a:buNone/>
            </a:pPr>
            <a:endParaRPr sz="1000" dirty="0">
              <a:latin typeface="STIX Two Text"/>
              <a:ea typeface="STIX Two Text"/>
              <a:cs typeface="STIX Two Text"/>
              <a:sym typeface="STIX Two Text"/>
            </a:endParaRPr>
          </a:p>
        </p:txBody>
      </p:sp>
      <p:pic>
        <p:nvPicPr>
          <p:cNvPr id="569" name="Google Shape;569;p62"/>
          <p:cNvPicPr preferRelativeResize="0"/>
          <p:nvPr/>
        </p:nvPicPr>
        <p:blipFill>
          <a:blip r:embed="rId3">
            <a:alphaModFix/>
          </a:blip>
          <a:stretch>
            <a:fillRect/>
          </a:stretch>
        </p:blipFill>
        <p:spPr>
          <a:xfrm>
            <a:off x="2385948" y="1391144"/>
            <a:ext cx="1691824" cy="1964990"/>
          </a:xfrm>
          <a:prstGeom prst="rect">
            <a:avLst/>
          </a:prstGeom>
          <a:noFill/>
          <a:ln>
            <a:noFill/>
          </a:ln>
        </p:spPr>
      </p:pic>
      <p:sp>
        <p:nvSpPr>
          <p:cNvPr id="570" name="Google Shape;570;p62"/>
          <p:cNvSpPr txBox="1"/>
          <p:nvPr/>
        </p:nvSpPr>
        <p:spPr>
          <a:xfrm>
            <a:off x="2512289" y="2027580"/>
            <a:ext cx="1397100" cy="43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solidFill>
                  <a:schemeClr val="lt1"/>
                </a:solidFill>
                <a:latin typeface="STIX Two Text Medium"/>
                <a:ea typeface="STIX Two Text Medium"/>
                <a:cs typeface="STIX Two Text Medium"/>
                <a:sym typeface="STIX Two Text Medium"/>
              </a:rPr>
              <a:t>Orchestrator Ablation</a:t>
            </a:r>
            <a:endParaRPr sz="1500">
              <a:solidFill>
                <a:schemeClr val="lt1"/>
              </a:solidFill>
              <a:latin typeface="STIX Two Text Medium"/>
              <a:ea typeface="STIX Two Text Medium"/>
              <a:cs typeface="STIX Two Text Medium"/>
              <a:sym typeface="STIX Two Text Medium"/>
            </a:endParaRPr>
          </a:p>
        </p:txBody>
      </p:sp>
      <p:sp>
        <p:nvSpPr>
          <p:cNvPr id="571" name="Google Shape;571;p62"/>
          <p:cNvSpPr/>
          <p:nvPr/>
        </p:nvSpPr>
        <p:spPr>
          <a:xfrm>
            <a:off x="257675" y="3059125"/>
            <a:ext cx="1813800" cy="1477500"/>
          </a:xfrm>
          <a:prstGeom prst="foldedCorner">
            <a:avLst>
              <a:gd name="adj" fmla="val 16667"/>
            </a:avLst>
          </a:prstGeom>
          <a:gradFill>
            <a:gsLst>
              <a:gs pos="0">
                <a:srgbClr val="FFFFFF"/>
              </a:gs>
              <a:gs pos="100000">
                <a:srgbClr val="B3B3B3"/>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STIX Two Text"/>
              <a:ea typeface="STIX Two Text"/>
              <a:cs typeface="STIX Two Text"/>
              <a:sym typeface="STIX Two Text"/>
            </a:endParaRPr>
          </a:p>
          <a:p>
            <a:pPr marL="0" lvl="0" indent="0" algn="ctr" rtl="0">
              <a:spcBef>
                <a:spcPts val="0"/>
              </a:spcBef>
              <a:spcAft>
                <a:spcPts val="0"/>
              </a:spcAft>
              <a:buNone/>
            </a:pPr>
            <a:endParaRPr sz="1000">
              <a:latin typeface="STIX Two Text"/>
              <a:ea typeface="STIX Two Text"/>
              <a:cs typeface="STIX Two Text"/>
              <a:sym typeface="STIX Two Text"/>
            </a:endParaRPr>
          </a:p>
          <a:p>
            <a:pPr marL="0" lvl="0" indent="0" algn="ctr" rtl="0">
              <a:spcBef>
                <a:spcPts val="0"/>
              </a:spcBef>
              <a:spcAft>
                <a:spcPts val="0"/>
              </a:spcAft>
              <a:buNone/>
            </a:pPr>
            <a:endParaRPr sz="1000" b="1">
              <a:latin typeface="STIX Two Text"/>
              <a:ea typeface="STIX Two Text"/>
              <a:cs typeface="STIX Two Text"/>
              <a:sym typeface="STIX Two Text"/>
            </a:endParaRPr>
          </a:p>
          <a:p>
            <a:pPr marL="0" lvl="0" indent="0" algn="ctr" rtl="0">
              <a:spcBef>
                <a:spcPts val="0"/>
              </a:spcBef>
              <a:spcAft>
                <a:spcPts val="0"/>
              </a:spcAft>
              <a:buNone/>
            </a:pPr>
            <a:r>
              <a:rPr lang="en" sz="1000" b="1">
                <a:latin typeface="STIX Two Text"/>
                <a:ea typeface="STIX Two Text"/>
                <a:cs typeface="STIX Two Text"/>
                <a:sym typeface="STIX Two Text"/>
              </a:rPr>
              <a:t>Result :</a:t>
            </a:r>
            <a:endParaRPr sz="1000" b="1">
              <a:latin typeface="STIX Two Text"/>
              <a:ea typeface="STIX Two Text"/>
              <a:cs typeface="STIX Two Text"/>
              <a:sym typeface="STIX Two Text"/>
            </a:endParaRPr>
          </a:p>
          <a:p>
            <a:pPr marL="0" lvl="0" indent="0" algn="ctr" rtl="0">
              <a:spcBef>
                <a:spcPts val="0"/>
              </a:spcBef>
              <a:spcAft>
                <a:spcPts val="0"/>
              </a:spcAft>
              <a:buNone/>
            </a:pPr>
            <a:endParaRPr sz="1000" b="1">
              <a:latin typeface="STIX Two Text"/>
              <a:ea typeface="STIX Two Text"/>
              <a:cs typeface="STIX Two Text"/>
              <a:sym typeface="STIX Two Text"/>
            </a:endParaRPr>
          </a:p>
          <a:p>
            <a:pPr marL="0" lvl="0" indent="0" algn="l" rtl="0">
              <a:spcBef>
                <a:spcPts val="0"/>
              </a:spcBef>
              <a:spcAft>
                <a:spcPts val="0"/>
              </a:spcAft>
              <a:buNone/>
            </a:pPr>
            <a:r>
              <a:rPr lang="en" sz="1000">
                <a:latin typeface="STIX Two Text"/>
                <a:ea typeface="STIX Two Text"/>
                <a:cs typeface="STIX Two Text"/>
                <a:sym typeface="STIX Two Text"/>
              </a:rPr>
              <a:t>Orchestrator ledgers are important:</a:t>
            </a:r>
            <a:endParaRPr sz="1000">
              <a:latin typeface="STIX Two Text"/>
              <a:ea typeface="STIX Two Text"/>
              <a:cs typeface="STIX Two Text"/>
              <a:sym typeface="STIX Two Text"/>
            </a:endParaRPr>
          </a:p>
          <a:p>
            <a:pPr marL="0" lvl="0" indent="0" algn="l" rtl="0">
              <a:spcBef>
                <a:spcPts val="0"/>
              </a:spcBef>
              <a:spcAft>
                <a:spcPts val="0"/>
              </a:spcAft>
              <a:buNone/>
            </a:pPr>
            <a:endParaRPr sz="1000">
              <a:latin typeface="STIX Two Text"/>
              <a:ea typeface="STIX Two Text"/>
              <a:cs typeface="STIX Two Text"/>
              <a:sym typeface="STIX Two Text"/>
            </a:endParaRPr>
          </a:p>
          <a:p>
            <a:pPr marL="0" lvl="0" indent="0" algn="l" rtl="0">
              <a:spcBef>
                <a:spcPts val="0"/>
              </a:spcBef>
              <a:spcAft>
                <a:spcPts val="0"/>
              </a:spcAft>
              <a:buNone/>
            </a:pPr>
            <a:r>
              <a:rPr lang="en" sz="1000">
                <a:latin typeface="STIX Two Text"/>
                <a:ea typeface="STIX Two Text"/>
                <a:cs typeface="STIX Two Text"/>
                <a:sym typeface="STIX Two Text"/>
              </a:rPr>
              <a:t>Without full ledgers, performance drops by </a:t>
            </a:r>
            <a:r>
              <a:rPr lang="en" sz="1000" b="1">
                <a:latin typeface="STIX Two Text"/>
                <a:ea typeface="STIX Two Text"/>
                <a:cs typeface="STIX Two Text"/>
                <a:sym typeface="STIX Two Text"/>
              </a:rPr>
              <a:t>31</a:t>
            </a:r>
            <a:r>
              <a:rPr lang="en" sz="1000">
                <a:latin typeface="STIX Two Text"/>
                <a:ea typeface="STIX Two Text"/>
                <a:cs typeface="STIX Two Text"/>
                <a:sym typeface="STIX Two Text"/>
              </a:rPr>
              <a:t>%.</a:t>
            </a:r>
            <a:endParaRPr sz="1000">
              <a:latin typeface="STIX Two Text"/>
              <a:ea typeface="STIX Two Text"/>
              <a:cs typeface="STIX Two Text"/>
              <a:sym typeface="STIX Two Text"/>
            </a:endParaRPr>
          </a:p>
          <a:p>
            <a:pPr marL="0" lvl="0" indent="0" algn="ctr" rtl="0">
              <a:spcBef>
                <a:spcPts val="0"/>
              </a:spcBef>
              <a:spcAft>
                <a:spcPts val="0"/>
              </a:spcAft>
              <a:buNone/>
            </a:pPr>
            <a:endParaRPr sz="1000">
              <a:latin typeface="STIX Two Text"/>
              <a:ea typeface="STIX Two Text"/>
              <a:cs typeface="STIX Two Text"/>
              <a:sym typeface="STIX Two Text"/>
            </a:endParaRPr>
          </a:p>
        </p:txBody>
      </p:sp>
      <p:sp>
        <p:nvSpPr>
          <p:cNvPr id="572" name="Google Shape;572;p62"/>
          <p:cNvSpPr/>
          <p:nvPr/>
        </p:nvSpPr>
        <p:spPr>
          <a:xfrm rot="5396292">
            <a:off x="1838536" y="1683047"/>
            <a:ext cx="278100" cy="567900"/>
          </a:xfrm>
          <a:prstGeom prst="downArrow">
            <a:avLst>
              <a:gd name="adj1" fmla="val 50000"/>
              <a:gd name="adj2"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latin typeface="STIX Two Text"/>
              <a:ea typeface="STIX Two Text"/>
              <a:cs typeface="STIX Two Text"/>
              <a:sym typeface="STIX Two Text"/>
            </a:endParaRPr>
          </a:p>
        </p:txBody>
      </p:sp>
      <p:sp>
        <p:nvSpPr>
          <p:cNvPr id="573" name="Google Shape;573;p62"/>
          <p:cNvSpPr/>
          <p:nvPr/>
        </p:nvSpPr>
        <p:spPr>
          <a:xfrm>
            <a:off x="6880369" y="1557954"/>
            <a:ext cx="2034758" cy="793111"/>
          </a:xfrm>
          <a:prstGeom prst="foldedCorner">
            <a:avLst>
              <a:gd name="adj" fmla="val 19879"/>
            </a:avLst>
          </a:prstGeom>
          <a:gradFill>
            <a:gsLst>
              <a:gs pos="0">
                <a:srgbClr val="FFFFFF"/>
              </a:gs>
              <a:gs pos="100000">
                <a:srgbClr val="B3B3B3"/>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dirty="0">
                <a:latin typeface="STIX Two Text"/>
                <a:ea typeface="STIX Two Text"/>
                <a:cs typeface="STIX Two Text"/>
                <a:sym typeface="STIX Two Text"/>
              </a:rPr>
              <a:t>Remove each agent (WebSurfer, FileSurfer, Coder, Executor) one at a time to measure impact.</a:t>
            </a:r>
            <a:endParaRPr sz="1000" dirty="0">
              <a:latin typeface="STIX Two Text"/>
              <a:ea typeface="STIX Two Text"/>
              <a:cs typeface="STIX Two Text"/>
              <a:sym typeface="STIX Two Text"/>
            </a:endParaRPr>
          </a:p>
        </p:txBody>
      </p:sp>
      <p:pic>
        <p:nvPicPr>
          <p:cNvPr id="574" name="Google Shape;574;p62"/>
          <p:cNvPicPr preferRelativeResize="0"/>
          <p:nvPr/>
        </p:nvPicPr>
        <p:blipFill>
          <a:blip r:embed="rId4">
            <a:alphaModFix/>
          </a:blip>
          <a:stretch>
            <a:fillRect/>
          </a:stretch>
        </p:blipFill>
        <p:spPr>
          <a:xfrm>
            <a:off x="4209075" y="2233500"/>
            <a:ext cx="1970650" cy="1899850"/>
          </a:xfrm>
          <a:prstGeom prst="rect">
            <a:avLst/>
          </a:prstGeom>
          <a:noFill/>
          <a:ln>
            <a:noFill/>
          </a:ln>
        </p:spPr>
      </p:pic>
      <p:sp>
        <p:nvSpPr>
          <p:cNvPr id="575" name="Google Shape;575;p62"/>
          <p:cNvSpPr txBox="1"/>
          <p:nvPr/>
        </p:nvSpPr>
        <p:spPr>
          <a:xfrm>
            <a:off x="4363479" y="2894319"/>
            <a:ext cx="1813800" cy="412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solidFill>
                  <a:schemeClr val="lt1"/>
                </a:solidFill>
                <a:latin typeface="STIX Two Text Medium"/>
                <a:ea typeface="STIX Two Text Medium"/>
                <a:cs typeface="STIX Two Text Medium"/>
                <a:sym typeface="STIX Two Text Medium"/>
              </a:rPr>
              <a:t>Agent Removal</a:t>
            </a:r>
            <a:endParaRPr sz="1500">
              <a:solidFill>
                <a:schemeClr val="lt1"/>
              </a:solidFill>
              <a:latin typeface="STIX Two Text Medium"/>
              <a:ea typeface="STIX Two Text Medium"/>
              <a:cs typeface="STIX Two Text Medium"/>
              <a:sym typeface="STIX Two Text Medium"/>
            </a:endParaRPr>
          </a:p>
        </p:txBody>
      </p:sp>
      <p:sp>
        <p:nvSpPr>
          <p:cNvPr id="576" name="Google Shape;576;p62"/>
          <p:cNvSpPr/>
          <p:nvPr/>
        </p:nvSpPr>
        <p:spPr>
          <a:xfrm rot="14189477">
            <a:off x="6256106" y="1710237"/>
            <a:ext cx="272520" cy="812670"/>
          </a:xfrm>
          <a:prstGeom prst="downArrow">
            <a:avLst>
              <a:gd name="adj1" fmla="val 50000"/>
              <a:gd name="adj2" fmla="val 50000"/>
            </a:avLst>
          </a:prstGeom>
          <a:solidFill>
            <a:schemeClr val="accen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latin typeface="STIX Two Text"/>
              <a:ea typeface="STIX Two Text"/>
              <a:cs typeface="STIX Two Text"/>
              <a:sym typeface="STIX Two Text"/>
            </a:endParaRPr>
          </a:p>
        </p:txBody>
      </p:sp>
      <p:sp>
        <p:nvSpPr>
          <p:cNvPr id="577" name="Google Shape;577;p62"/>
          <p:cNvSpPr/>
          <p:nvPr/>
        </p:nvSpPr>
        <p:spPr>
          <a:xfrm>
            <a:off x="6944480" y="2830978"/>
            <a:ext cx="1970647" cy="1477565"/>
          </a:xfrm>
          <a:prstGeom prst="foldedCorner">
            <a:avLst>
              <a:gd name="adj" fmla="val 16667"/>
            </a:avLst>
          </a:prstGeom>
          <a:gradFill>
            <a:gsLst>
              <a:gs pos="0">
                <a:srgbClr val="F2F2F2"/>
              </a:gs>
              <a:gs pos="100000">
                <a:srgbClr val="A6A6A6"/>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STIX Two Text"/>
              <a:ea typeface="STIX Two Text"/>
              <a:cs typeface="STIX Two Text"/>
              <a:sym typeface="STIX Two Text"/>
            </a:endParaRPr>
          </a:p>
          <a:p>
            <a:pPr marL="0" lvl="0" indent="0" algn="ctr" rtl="0">
              <a:spcBef>
                <a:spcPts val="0"/>
              </a:spcBef>
              <a:spcAft>
                <a:spcPts val="0"/>
              </a:spcAft>
              <a:buNone/>
            </a:pPr>
            <a:endParaRPr sz="1000">
              <a:latin typeface="STIX Two Text"/>
              <a:ea typeface="STIX Two Text"/>
              <a:cs typeface="STIX Two Text"/>
              <a:sym typeface="STIX Two Text"/>
            </a:endParaRPr>
          </a:p>
          <a:p>
            <a:pPr marL="0" lvl="0" indent="0" algn="l" rtl="0">
              <a:spcBef>
                <a:spcPts val="0"/>
              </a:spcBef>
              <a:spcAft>
                <a:spcPts val="0"/>
              </a:spcAft>
              <a:buNone/>
            </a:pPr>
            <a:r>
              <a:rPr lang="en" sz="1000" b="1">
                <a:latin typeface="STIX Two Text"/>
                <a:ea typeface="STIX Two Text"/>
                <a:cs typeface="STIX Two Text"/>
                <a:sym typeface="STIX Two Text"/>
              </a:rPr>
              <a:t>Removing any single</a:t>
            </a:r>
            <a:r>
              <a:rPr lang="en" sz="1000">
                <a:latin typeface="STIX Two Text"/>
                <a:ea typeface="STIX Two Text"/>
                <a:cs typeface="STIX Two Text"/>
                <a:sym typeface="STIX Two Text"/>
              </a:rPr>
              <a:t> agent drops performance by</a:t>
            </a:r>
            <a:r>
              <a:rPr lang="en" sz="1000" b="1">
                <a:latin typeface="STIX Two Text"/>
                <a:ea typeface="STIX Two Text"/>
                <a:cs typeface="STIX Two Text"/>
                <a:sym typeface="STIX Two Text"/>
              </a:rPr>
              <a:t> 21% to 39% </a:t>
            </a:r>
            <a:r>
              <a:rPr lang="en" sz="1000">
                <a:latin typeface="STIX Two Text"/>
                <a:ea typeface="STIX Two Text"/>
                <a:cs typeface="STIX Two Text"/>
                <a:sym typeface="STIX Two Text"/>
              </a:rPr>
              <a:t>(FileSurfer is most critical).</a:t>
            </a:r>
            <a:endParaRPr sz="1000">
              <a:latin typeface="STIX Two Text"/>
              <a:ea typeface="STIX Two Text"/>
              <a:cs typeface="STIX Two Text"/>
              <a:sym typeface="STIX Two Text"/>
            </a:endParaRPr>
          </a:p>
          <a:p>
            <a:pPr marL="0" lvl="0" indent="0" algn="ctr" rtl="0">
              <a:spcBef>
                <a:spcPts val="0"/>
              </a:spcBef>
              <a:spcAft>
                <a:spcPts val="0"/>
              </a:spcAft>
              <a:buNone/>
            </a:pPr>
            <a:endParaRPr sz="1000">
              <a:latin typeface="STIX Two Text"/>
              <a:ea typeface="STIX Two Text"/>
              <a:cs typeface="STIX Two Text"/>
              <a:sym typeface="STIX Two Text"/>
            </a:endParaRPr>
          </a:p>
          <a:p>
            <a:pPr marL="0" lvl="0" indent="0" algn="l" rtl="0">
              <a:spcBef>
                <a:spcPts val="0"/>
              </a:spcBef>
              <a:spcAft>
                <a:spcPts val="0"/>
              </a:spcAft>
              <a:buNone/>
            </a:pPr>
            <a:r>
              <a:rPr lang="en" sz="1000" b="1">
                <a:latin typeface="STIX Two Text"/>
                <a:ea typeface="STIX Two Text"/>
                <a:cs typeface="STIX Two Text"/>
                <a:sym typeface="STIX Two Text"/>
              </a:rPr>
              <a:t>FileSurfer </a:t>
            </a:r>
            <a:r>
              <a:rPr lang="en" sz="1000">
                <a:latin typeface="STIX Two Text"/>
                <a:ea typeface="STIX Two Text"/>
                <a:cs typeface="STIX Two Text"/>
                <a:sym typeface="STIX Two Text"/>
              </a:rPr>
              <a:t>is especially needed for file attachment questions (Level 2),WebSurfer for web navigation (Level 1)</a:t>
            </a:r>
            <a:endParaRPr sz="1000">
              <a:latin typeface="STIX Two Text"/>
              <a:ea typeface="STIX Two Text"/>
              <a:cs typeface="STIX Two Text"/>
              <a:sym typeface="STIX Two Text"/>
            </a:endParaRPr>
          </a:p>
        </p:txBody>
      </p:sp>
      <p:sp>
        <p:nvSpPr>
          <p:cNvPr id="578" name="Google Shape;578;p62"/>
          <p:cNvSpPr/>
          <p:nvPr/>
        </p:nvSpPr>
        <p:spPr>
          <a:xfrm rot="-3255">
            <a:off x="7778276" y="2233607"/>
            <a:ext cx="316800" cy="698100"/>
          </a:xfrm>
          <a:prstGeom prst="downArrow">
            <a:avLst>
              <a:gd name="adj1" fmla="val 50000"/>
              <a:gd name="adj2" fmla="val 50000"/>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latin typeface="STIX Two Text"/>
              <a:ea typeface="STIX Two Text"/>
              <a:cs typeface="STIX Two Text"/>
              <a:sym typeface="STIX Two Text"/>
            </a:endParaRPr>
          </a:p>
        </p:txBody>
      </p:sp>
      <p:sp>
        <p:nvSpPr>
          <p:cNvPr id="579" name="Google Shape;579;p62"/>
          <p:cNvSpPr/>
          <p:nvPr/>
        </p:nvSpPr>
        <p:spPr>
          <a:xfrm>
            <a:off x="1939625" y="4370875"/>
            <a:ext cx="4972800" cy="698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dirty="0">
                <a:solidFill>
                  <a:schemeClr val="lt2"/>
                </a:solidFill>
                <a:latin typeface="Space Grotesk Light"/>
                <a:ea typeface="Space Grotesk Light"/>
                <a:cs typeface="Space Grotesk Light"/>
                <a:sym typeface="Space Grotesk Light"/>
              </a:rPr>
              <a:t>System sometimes compensates creatively:</a:t>
            </a:r>
            <a:endParaRPr sz="1000" dirty="0">
              <a:solidFill>
                <a:schemeClr val="lt2"/>
              </a:solidFill>
              <a:latin typeface="Space Grotesk Light"/>
              <a:ea typeface="Space Grotesk Light"/>
              <a:cs typeface="Space Grotesk Light"/>
              <a:sym typeface="Space Grotesk Light"/>
            </a:endParaRPr>
          </a:p>
          <a:p>
            <a:pPr marL="0" lvl="0" indent="0" algn="ctr" rtl="0">
              <a:spcBef>
                <a:spcPts val="0"/>
              </a:spcBef>
              <a:spcAft>
                <a:spcPts val="0"/>
              </a:spcAft>
              <a:buNone/>
            </a:pPr>
            <a:endParaRPr sz="1000" dirty="0">
              <a:solidFill>
                <a:schemeClr val="lt2"/>
              </a:solidFill>
              <a:latin typeface="Space Grotesk Light"/>
              <a:ea typeface="Space Grotesk Light"/>
              <a:cs typeface="Space Grotesk Light"/>
              <a:sym typeface="Space Grotesk Light"/>
            </a:endParaRPr>
          </a:p>
          <a:p>
            <a:pPr marL="0" lvl="0" indent="0" algn="ctr" rtl="0">
              <a:spcBef>
                <a:spcPts val="0"/>
              </a:spcBef>
              <a:spcAft>
                <a:spcPts val="0"/>
              </a:spcAft>
              <a:buNone/>
            </a:pPr>
            <a:r>
              <a:rPr lang="en" sz="1000" dirty="0">
                <a:solidFill>
                  <a:schemeClr val="lt2"/>
                </a:solidFill>
                <a:latin typeface="Space Grotesk Light"/>
                <a:ea typeface="Space Grotesk Light"/>
                <a:cs typeface="Space Grotesk Light"/>
                <a:sym typeface="Space Grotesk Light"/>
              </a:rPr>
              <a:t>If Coder/Executor removed, FileSurfer tries to reason over code.</a:t>
            </a:r>
            <a:endParaRPr sz="1000" dirty="0">
              <a:solidFill>
                <a:schemeClr val="lt2"/>
              </a:solidFill>
              <a:latin typeface="Space Grotesk Light"/>
              <a:ea typeface="Space Grotesk Light"/>
              <a:cs typeface="Space Grotesk Light"/>
              <a:sym typeface="Space Grotesk Light"/>
            </a:endParaRPr>
          </a:p>
          <a:p>
            <a:pPr marL="0" lvl="0" indent="0" algn="ctr" rtl="0">
              <a:spcBef>
                <a:spcPts val="0"/>
              </a:spcBef>
              <a:spcAft>
                <a:spcPts val="0"/>
              </a:spcAft>
              <a:buNone/>
            </a:pPr>
            <a:r>
              <a:rPr lang="en" sz="1000" dirty="0">
                <a:solidFill>
                  <a:schemeClr val="lt2"/>
                </a:solidFill>
                <a:latin typeface="Space Grotesk Light"/>
                <a:ea typeface="Space Grotesk Light"/>
                <a:cs typeface="Space Grotesk Light"/>
                <a:sym typeface="Space Grotesk Light"/>
              </a:rPr>
              <a:t>If FileSurfer removed, other agents might use online PDF viewers.</a:t>
            </a:r>
            <a:endParaRPr sz="1000" dirty="0">
              <a:solidFill>
                <a:schemeClr val="lt2"/>
              </a:solidFill>
              <a:latin typeface="Space Grotesk Light"/>
              <a:ea typeface="Space Grotesk Light"/>
              <a:cs typeface="Space Grotesk Light"/>
              <a:sym typeface="Space Grotesk Light"/>
            </a:endParaRPr>
          </a:p>
        </p:txBody>
      </p:sp>
      <p:sp>
        <p:nvSpPr>
          <p:cNvPr id="580" name="Google Shape;580;p62"/>
          <p:cNvSpPr/>
          <p:nvPr/>
        </p:nvSpPr>
        <p:spPr>
          <a:xfrm rot="-3622">
            <a:off x="775025" y="2544101"/>
            <a:ext cx="284700" cy="618300"/>
          </a:xfrm>
          <a:prstGeom prst="downArrow">
            <a:avLst>
              <a:gd name="adj1" fmla="val 50000"/>
              <a:gd name="adj2"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latin typeface="STIX Two Text"/>
              <a:ea typeface="STIX Two Text"/>
              <a:cs typeface="STIX Two Text"/>
              <a:sym typeface="STIX Two Tex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65"/>
                                        </p:tgtEl>
                                        <p:attrNameLst>
                                          <p:attrName>style.visibility</p:attrName>
                                        </p:attrNameLst>
                                      </p:cBhvr>
                                      <p:to>
                                        <p:strVal val="visible"/>
                                      </p:to>
                                    </p:set>
                                    <p:animEffect transition="in" filter="fade">
                                      <p:cBhvr>
                                        <p:cTn id="7" dur="500"/>
                                        <p:tgtEl>
                                          <p:spTgt spid="5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66"/>
                                        </p:tgtEl>
                                        <p:attrNameLst>
                                          <p:attrName>style.visibility</p:attrName>
                                        </p:attrNameLst>
                                      </p:cBhvr>
                                      <p:to>
                                        <p:strVal val="visible"/>
                                      </p:to>
                                    </p:set>
                                    <p:animEffect transition="in" filter="fade">
                                      <p:cBhvr>
                                        <p:cTn id="12" dur="500"/>
                                        <p:tgtEl>
                                          <p:spTgt spid="5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67"/>
                                        </p:tgtEl>
                                        <p:attrNameLst>
                                          <p:attrName>style.visibility</p:attrName>
                                        </p:attrNameLst>
                                      </p:cBhvr>
                                      <p:to>
                                        <p:strVal val="visible"/>
                                      </p:to>
                                    </p:set>
                                    <p:animEffect transition="in" filter="fade">
                                      <p:cBhvr>
                                        <p:cTn id="17" dur="500"/>
                                        <p:tgtEl>
                                          <p:spTgt spid="56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69"/>
                                        </p:tgtEl>
                                        <p:attrNameLst>
                                          <p:attrName>style.visibility</p:attrName>
                                        </p:attrNameLst>
                                      </p:cBhvr>
                                      <p:to>
                                        <p:strVal val="visible"/>
                                      </p:to>
                                    </p:set>
                                    <p:animEffect transition="in" filter="barn(inVertical)">
                                      <p:cBhvr>
                                        <p:cTn id="22" dur="500"/>
                                        <p:tgtEl>
                                          <p:spTgt spid="569"/>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570"/>
                                        </p:tgtEl>
                                        <p:attrNameLst>
                                          <p:attrName>style.visibility</p:attrName>
                                        </p:attrNameLst>
                                      </p:cBhvr>
                                      <p:to>
                                        <p:strVal val="visible"/>
                                      </p:to>
                                    </p:set>
                                    <p:animEffect transition="in" filter="barn(inVertical)">
                                      <p:cBhvr>
                                        <p:cTn id="25" dur="500"/>
                                        <p:tgtEl>
                                          <p:spTgt spid="57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72"/>
                                        </p:tgtEl>
                                        <p:attrNameLst>
                                          <p:attrName>style.visibility</p:attrName>
                                        </p:attrNameLst>
                                      </p:cBhvr>
                                      <p:to>
                                        <p:strVal val="visible"/>
                                      </p:to>
                                    </p:set>
                                    <p:animEffect transition="in" filter="fade">
                                      <p:cBhvr>
                                        <p:cTn id="30" dur="500"/>
                                        <p:tgtEl>
                                          <p:spTgt spid="572"/>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68"/>
                                        </p:tgtEl>
                                        <p:attrNameLst>
                                          <p:attrName>style.visibility</p:attrName>
                                        </p:attrNameLst>
                                      </p:cBhvr>
                                      <p:to>
                                        <p:strVal val="visible"/>
                                      </p:to>
                                    </p:set>
                                    <p:animEffect transition="in" filter="fade">
                                      <p:cBhvr>
                                        <p:cTn id="35" dur="1000"/>
                                        <p:tgtEl>
                                          <p:spTgt spid="568"/>
                                        </p:tgtEl>
                                      </p:cBhvr>
                                    </p:animEffect>
                                    <p:anim calcmode="lin" valueType="num">
                                      <p:cBhvr>
                                        <p:cTn id="36" dur="1000" fill="hold"/>
                                        <p:tgtEl>
                                          <p:spTgt spid="568"/>
                                        </p:tgtEl>
                                        <p:attrNameLst>
                                          <p:attrName>ppt_x</p:attrName>
                                        </p:attrNameLst>
                                      </p:cBhvr>
                                      <p:tavLst>
                                        <p:tav tm="0">
                                          <p:val>
                                            <p:strVal val="#ppt_x"/>
                                          </p:val>
                                        </p:tav>
                                        <p:tav tm="100000">
                                          <p:val>
                                            <p:strVal val="#ppt_x"/>
                                          </p:val>
                                        </p:tav>
                                      </p:tavLst>
                                    </p:anim>
                                    <p:anim calcmode="lin" valueType="num">
                                      <p:cBhvr>
                                        <p:cTn id="37" dur="1000" fill="hold"/>
                                        <p:tgtEl>
                                          <p:spTgt spid="56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80"/>
                                        </p:tgtEl>
                                        <p:attrNameLst>
                                          <p:attrName>style.visibility</p:attrName>
                                        </p:attrNameLst>
                                      </p:cBhvr>
                                      <p:to>
                                        <p:strVal val="visible"/>
                                      </p:to>
                                    </p:set>
                                    <p:animEffect transition="in" filter="fade">
                                      <p:cBhvr>
                                        <p:cTn id="42" dur="1000"/>
                                        <p:tgtEl>
                                          <p:spTgt spid="580"/>
                                        </p:tgtEl>
                                      </p:cBhvr>
                                    </p:animEffect>
                                    <p:anim calcmode="lin" valueType="num">
                                      <p:cBhvr>
                                        <p:cTn id="43" dur="1000" fill="hold"/>
                                        <p:tgtEl>
                                          <p:spTgt spid="580"/>
                                        </p:tgtEl>
                                        <p:attrNameLst>
                                          <p:attrName>ppt_x</p:attrName>
                                        </p:attrNameLst>
                                      </p:cBhvr>
                                      <p:tavLst>
                                        <p:tav tm="0">
                                          <p:val>
                                            <p:strVal val="#ppt_x"/>
                                          </p:val>
                                        </p:tav>
                                        <p:tav tm="100000">
                                          <p:val>
                                            <p:strVal val="#ppt_x"/>
                                          </p:val>
                                        </p:tav>
                                      </p:tavLst>
                                    </p:anim>
                                    <p:anim calcmode="lin" valueType="num">
                                      <p:cBhvr>
                                        <p:cTn id="44" dur="1000" fill="hold"/>
                                        <p:tgtEl>
                                          <p:spTgt spid="58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71"/>
                                        </p:tgtEl>
                                        <p:attrNameLst>
                                          <p:attrName>style.visibility</p:attrName>
                                        </p:attrNameLst>
                                      </p:cBhvr>
                                      <p:to>
                                        <p:strVal val="visible"/>
                                      </p:to>
                                    </p:set>
                                    <p:animEffect transition="in" filter="fade">
                                      <p:cBhvr>
                                        <p:cTn id="49" dur="1000"/>
                                        <p:tgtEl>
                                          <p:spTgt spid="571"/>
                                        </p:tgtEl>
                                      </p:cBhvr>
                                    </p:animEffect>
                                    <p:anim calcmode="lin" valueType="num">
                                      <p:cBhvr>
                                        <p:cTn id="50" dur="1000" fill="hold"/>
                                        <p:tgtEl>
                                          <p:spTgt spid="571"/>
                                        </p:tgtEl>
                                        <p:attrNameLst>
                                          <p:attrName>ppt_x</p:attrName>
                                        </p:attrNameLst>
                                      </p:cBhvr>
                                      <p:tavLst>
                                        <p:tav tm="0">
                                          <p:val>
                                            <p:strVal val="#ppt_x"/>
                                          </p:val>
                                        </p:tav>
                                        <p:tav tm="100000">
                                          <p:val>
                                            <p:strVal val="#ppt_x"/>
                                          </p:val>
                                        </p:tav>
                                      </p:tavLst>
                                    </p:anim>
                                    <p:anim calcmode="lin" valueType="num">
                                      <p:cBhvr>
                                        <p:cTn id="51" dur="1000" fill="hold"/>
                                        <p:tgtEl>
                                          <p:spTgt spid="57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574"/>
                                        </p:tgtEl>
                                        <p:attrNameLst>
                                          <p:attrName>style.visibility</p:attrName>
                                        </p:attrNameLst>
                                      </p:cBhvr>
                                      <p:to>
                                        <p:strVal val="visible"/>
                                      </p:to>
                                    </p:set>
                                    <p:animEffect transition="in" filter="barn(inVertical)">
                                      <p:cBhvr>
                                        <p:cTn id="56" dur="500"/>
                                        <p:tgtEl>
                                          <p:spTgt spid="574"/>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575"/>
                                        </p:tgtEl>
                                        <p:attrNameLst>
                                          <p:attrName>style.visibility</p:attrName>
                                        </p:attrNameLst>
                                      </p:cBhvr>
                                      <p:to>
                                        <p:strVal val="visible"/>
                                      </p:to>
                                    </p:set>
                                    <p:animEffect transition="in" filter="barn(inVertical)">
                                      <p:cBhvr>
                                        <p:cTn id="59" dur="500"/>
                                        <p:tgtEl>
                                          <p:spTgt spid="575"/>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576"/>
                                        </p:tgtEl>
                                        <p:attrNameLst>
                                          <p:attrName>style.visibility</p:attrName>
                                        </p:attrNameLst>
                                      </p:cBhvr>
                                      <p:to>
                                        <p:strVal val="visible"/>
                                      </p:to>
                                    </p:set>
                                    <p:animEffect transition="in" filter="fade">
                                      <p:cBhvr>
                                        <p:cTn id="64" dur="1000"/>
                                        <p:tgtEl>
                                          <p:spTgt spid="576"/>
                                        </p:tgtEl>
                                      </p:cBhvr>
                                    </p:animEffect>
                                    <p:anim calcmode="lin" valueType="num">
                                      <p:cBhvr>
                                        <p:cTn id="65" dur="1000" fill="hold"/>
                                        <p:tgtEl>
                                          <p:spTgt spid="576"/>
                                        </p:tgtEl>
                                        <p:attrNameLst>
                                          <p:attrName>ppt_x</p:attrName>
                                        </p:attrNameLst>
                                      </p:cBhvr>
                                      <p:tavLst>
                                        <p:tav tm="0">
                                          <p:val>
                                            <p:strVal val="#ppt_x"/>
                                          </p:val>
                                        </p:tav>
                                        <p:tav tm="100000">
                                          <p:val>
                                            <p:strVal val="#ppt_x"/>
                                          </p:val>
                                        </p:tav>
                                      </p:tavLst>
                                    </p:anim>
                                    <p:anim calcmode="lin" valueType="num">
                                      <p:cBhvr>
                                        <p:cTn id="66" dur="1000" fill="hold"/>
                                        <p:tgtEl>
                                          <p:spTgt spid="576"/>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573"/>
                                        </p:tgtEl>
                                        <p:attrNameLst>
                                          <p:attrName>style.visibility</p:attrName>
                                        </p:attrNameLst>
                                      </p:cBhvr>
                                      <p:to>
                                        <p:strVal val="visible"/>
                                      </p:to>
                                    </p:set>
                                    <p:animEffect transition="in" filter="fade">
                                      <p:cBhvr>
                                        <p:cTn id="71" dur="1000"/>
                                        <p:tgtEl>
                                          <p:spTgt spid="573"/>
                                        </p:tgtEl>
                                      </p:cBhvr>
                                    </p:animEffect>
                                    <p:anim calcmode="lin" valueType="num">
                                      <p:cBhvr>
                                        <p:cTn id="72" dur="1000" fill="hold"/>
                                        <p:tgtEl>
                                          <p:spTgt spid="573"/>
                                        </p:tgtEl>
                                        <p:attrNameLst>
                                          <p:attrName>ppt_x</p:attrName>
                                        </p:attrNameLst>
                                      </p:cBhvr>
                                      <p:tavLst>
                                        <p:tav tm="0">
                                          <p:val>
                                            <p:strVal val="#ppt_x"/>
                                          </p:val>
                                        </p:tav>
                                        <p:tav tm="100000">
                                          <p:val>
                                            <p:strVal val="#ppt_x"/>
                                          </p:val>
                                        </p:tav>
                                      </p:tavLst>
                                    </p:anim>
                                    <p:anim calcmode="lin" valueType="num">
                                      <p:cBhvr>
                                        <p:cTn id="73" dur="1000" fill="hold"/>
                                        <p:tgtEl>
                                          <p:spTgt spid="573"/>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578"/>
                                        </p:tgtEl>
                                        <p:attrNameLst>
                                          <p:attrName>style.visibility</p:attrName>
                                        </p:attrNameLst>
                                      </p:cBhvr>
                                      <p:to>
                                        <p:strVal val="visible"/>
                                      </p:to>
                                    </p:set>
                                    <p:animEffect transition="in" filter="fade">
                                      <p:cBhvr>
                                        <p:cTn id="78" dur="1000"/>
                                        <p:tgtEl>
                                          <p:spTgt spid="578"/>
                                        </p:tgtEl>
                                      </p:cBhvr>
                                    </p:animEffect>
                                    <p:anim calcmode="lin" valueType="num">
                                      <p:cBhvr>
                                        <p:cTn id="79" dur="1000" fill="hold"/>
                                        <p:tgtEl>
                                          <p:spTgt spid="578"/>
                                        </p:tgtEl>
                                        <p:attrNameLst>
                                          <p:attrName>ppt_x</p:attrName>
                                        </p:attrNameLst>
                                      </p:cBhvr>
                                      <p:tavLst>
                                        <p:tav tm="0">
                                          <p:val>
                                            <p:strVal val="#ppt_x"/>
                                          </p:val>
                                        </p:tav>
                                        <p:tav tm="100000">
                                          <p:val>
                                            <p:strVal val="#ppt_x"/>
                                          </p:val>
                                        </p:tav>
                                      </p:tavLst>
                                    </p:anim>
                                    <p:anim calcmode="lin" valueType="num">
                                      <p:cBhvr>
                                        <p:cTn id="80" dur="1000" fill="hold"/>
                                        <p:tgtEl>
                                          <p:spTgt spid="578"/>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577"/>
                                        </p:tgtEl>
                                        <p:attrNameLst>
                                          <p:attrName>style.visibility</p:attrName>
                                        </p:attrNameLst>
                                      </p:cBhvr>
                                      <p:to>
                                        <p:strVal val="visible"/>
                                      </p:to>
                                    </p:set>
                                    <p:animEffect transition="in" filter="fade">
                                      <p:cBhvr>
                                        <p:cTn id="85" dur="1000"/>
                                        <p:tgtEl>
                                          <p:spTgt spid="577"/>
                                        </p:tgtEl>
                                      </p:cBhvr>
                                    </p:animEffect>
                                    <p:anim calcmode="lin" valueType="num">
                                      <p:cBhvr>
                                        <p:cTn id="86" dur="1000" fill="hold"/>
                                        <p:tgtEl>
                                          <p:spTgt spid="577"/>
                                        </p:tgtEl>
                                        <p:attrNameLst>
                                          <p:attrName>ppt_x</p:attrName>
                                        </p:attrNameLst>
                                      </p:cBhvr>
                                      <p:tavLst>
                                        <p:tav tm="0">
                                          <p:val>
                                            <p:strVal val="#ppt_x"/>
                                          </p:val>
                                        </p:tav>
                                        <p:tav tm="100000">
                                          <p:val>
                                            <p:strVal val="#ppt_x"/>
                                          </p:val>
                                        </p:tav>
                                      </p:tavLst>
                                    </p:anim>
                                    <p:anim calcmode="lin" valueType="num">
                                      <p:cBhvr>
                                        <p:cTn id="87" dur="1000" fill="hold"/>
                                        <p:tgtEl>
                                          <p:spTgt spid="577"/>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grpId="0" nodeType="clickEffect">
                                  <p:stCondLst>
                                    <p:cond delay="0"/>
                                  </p:stCondLst>
                                  <p:childTnLst>
                                    <p:set>
                                      <p:cBhvr>
                                        <p:cTn id="91" dur="1" fill="hold">
                                          <p:stCondLst>
                                            <p:cond delay="0"/>
                                          </p:stCondLst>
                                        </p:cTn>
                                        <p:tgtEl>
                                          <p:spTgt spid="579"/>
                                        </p:tgtEl>
                                        <p:attrNameLst>
                                          <p:attrName>style.visibility</p:attrName>
                                        </p:attrNameLst>
                                      </p:cBhvr>
                                      <p:to>
                                        <p:strVal val="visible"/>
                                      </p:to>
                                    </p:set>
                                    <p:animEffect transition="in" filter="fade">
                                      <p:cBhvr>
                                        <p:cTn id="92" dur="1000"/>
                                        <p:tgtEl>
                                          <p:spTgt spid="579"/>
                                        </p:tgtEl>
                                      </p:cBhvr>
                                    </p:animEffect>
                                    <p:anim calcmode="lin" valueType="num">
                                      <p:cBhvr>
                                        <p:cTn id="93" dur="1000" fill="hold"/>
                                        <p:tgtEl>
                                          <p:spTgt spid="579"/>
                                        </p:tgtEl>
                                        <p:attrNameLst>
                                          <p:attrName>ppt_x</p:attrName>
                                        </p:attrNameLst>
                                      </p:cBhvr>
                                      <p:tavLst>
                                        <p:tav tm="0">
                                          <p:val>
                                            <p:strVal val="#ppt_x"/>
                                          </p:val>
                                        </p:tav>
                                        <p:tav tm="100000">
                                          <p:val>
                                            <p:strVal val="#ppt_x"/>
                                          </p:val>
                                        </p:tav>
                                      </p:tavLst>
                                    </p:anim>
                                    <p:anim calcmode="lin" valueType="num">
                                      <p:cBhvr>
                                        <p:cTn id="94" dur="1000" fill="hold"/>
                                        <p:tgtEl>
                                          <p:spTgt spid="5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 grpId="0"/>
      <p:bldP spid="566" grpId="0"/>
      <p:bldP spid="567" grpId="0"/>
      <p:bldP spid="568" grpId="0" animBg="1"/>
      <p:bldP spid="570" grpId="0"/>
      <p:bldP spid="571" grpId="0" animBg="1"/>
      <p:bldP spid="572" grpId="0" animBg="1"/>
      <p:bldP spid="573" grpId="0" animBg="1"/>
      <p:bldP spid="575" grpId="0"/>
      <p:bldP spid="576" grpId="0" animBg="1"/>
      <p:bldP spid="577" grpId="0" animBg="1"/>
      <p:bldP spid="578" grpId="0" animBg="1"/>
      <p:bldP spid="579" grpId="0" animBg="1"/>
      <p:bldP spid="58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84"/>
        <p:cNvGrpSpPr/>
        <p:nvPr/>
      </p:nvGrpSpPr>
      <p:grpSpPr>
        <a:xfrm>
          <a:off x="0" y="0"/>
          <a:ext cx="0" cy="0"/>
          <a:chOff x="0" y="0"/>
          <a:chExt cx="0" cy="0"/>
        </a:xfrm>
      </p:grpSpPr>
      <p:sp>
        <p:nvSpPr>
          <p:cNvPr id="585" name="Google Shape;585;p63"/>
          <p:cNvSpPr txBox="1"/>
          <p:nvPr/>
        </p:nvSpPr>
        <p:spPr>
          <a:xfrm>
            <a:off x="3675150" y="-35850"/>
            <a:ext cx="1793700" cy="51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chemeClr val="lt1"/>
                </a:solidFill>
                <a:latin typeface="STIX Two Text Medium"/>
                <a:ea typeface="STIX Two Text Medium"/>
                <a:cs typeface="STIX Two Text Medium"/>
                <a:sym typeface="STIX Two Text Medium"/>
              </a:rPr>
              <a:t>Limit</a:t>
            </a:r>
            <a:r>
              <a:rPr lang="en" sz="2100">
                <a:solidFill>
                  <a:schemeClr val="accent2"/>
                </a:solidFill>
                <a:latin typeface="STIX Two Text Medium"/>
                <a:ea typeface="STIX Two Text Medium"/>
                <a:cs typeface="STIX Two Text Medium"/>
                <a:sym typeface="STIX Two Text Medium"/>
              </a:rPr>
              <a:t>ations</a:t>
            </a:r>
            <a:endParaRPr sz="2100">
              <a:solidFill>
                <a:schemeClr val="accent2"/>
              </a:solidFill>
              <a:latin typeface="STIX Two Text Medium"/>
              <a:ea typeface="STIX Two Text Medium"/>
              <a:cs typeface="STIX Two Text Medium"/>
              <a:sym typeface="STIX Two Text Medium"/>
            </a:endParaRPr>
          </a:p>
        </p:txBody>
      </p:sp>
      <p:sp>
        <p:nvSpPr>
          <p:cNvPr id="586" name="Google Shape;586;p63"/>
          <p:cNvSpPr/>
          <p:nvPr/>
        </p:nvSpPr>
        <p:spPr>
          <a:xfrm>
            <a:off x="61400" y="485675"/>
            <a:ext cx="2157900" cy="2331975"/>
          </a:xfrm>
          <a:prstGeom prst="flowChartOffpageConnector">
            <a:avLst/>
          </a:prstGeom>
          <a:gradFill>
            <a:gsLst>
              <a:gs pos="0">
                <a:srgbClr val="DCF7FF"/>
              </a:gs>
              <a:gs pos="100000">
                <a:srgbClr val="5ED8FB"/>
              </a:gs>
            </a:gsLst>
            <a:lin ang="5400012" scaled="0"/>
          </a:gradFill>
          <a:ln w="9525" cap="flat" cmpd="sng">
            <a:solidFill>
              <a:schemeClr val="dk2"/>
            </a:solidFill>
            <a:prstDash val="solid"/>
            <a:round/>
            <a:headEnd type="none" w="sm" len="sm"/>
            <a:tailEnd type="none" w="sm" len="sm"/>
          </a:ln>
          <a:effectLst>
            <a:outerShdw blurRad="57150" dist="209550" dir="5400000" algn="bl" rotWithShape="0">
              <a:srgbClr val="000000">
                <a:alpha val="7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100" b="1" dirty="0">
                <a:latin typeface="Roboto"/>
                <a:ea typeface="Roboto"/>
                <a:cs typeface="Roboto"/>
                <a:sym typeface="Roboto"/>
              </a:rPr>
              <a:t> Accuracy-focused evaluation</a:t>
            </a:r>
            <a:endParaRPr sz="1100" b="1" dirty="0">
              <a:latin typeface="Roboto"/>
              <a:ea typeface="Roboto"/>
              <a:cs typeface="Roboto"/>
              <a:sym typeface="Roboto"/>
            </a:endParaRPr>
          </a:p>
          <a:p>
            <a:pPr marL="0" lvl="0" indent="0" algn="just" rtl="0">
              <a:spcBef>
                <a:spcPts val="0"/>
              </a:spcBef>
              <a:spcAft>
                <a:spcPts val="0"/>
              </a:spcAft>
              <a:buNone/>
            </a:pPr>
            <a:endParaRPr sz="1100" dirty="0">
              <a:latin typeface="Roboto"/>
              <a:ea typeface="Roboto"/>
              <a:cs typeface="Roboto"/>
              <a:sym typeface="Roboto"/>
            </a:endParaRPr>
          </a:p>
          <a:p>
            <a:pPr marL="0" lvl="0" indent="0" algn="l" rtl="0">
              <a:spcBef>
                <a:spcPts val="0"/>
              </a:spcBef>
              <a:spcAft>
                <a:spcPts val="0"/>
              </a:spcAft>
              <a:buNone/>
            </a:pPr>
            <a:r>
              <a:rPr lang="en" sz="1100" dirty="0">
                <a:latin typeface="Roboto"/>
                <a:ea typeface="Roboto"/>
                <a:cs typeface="Roboto"/>
                <a:sym typeface="Roboto"/>
              </a:rPr>
              <a:t>While considerably easier and more convenient to measure, </a:t>
            </a:r>
            <a:r>
              <a:rPr lang="en" sz="1100" b="1" dirty="0">
                <a:latin typeface="Roboto"/>
                <a:ea typeface="Roboto"/>
                <a:cs typeface="Roboto"/>
                <a:sym typeface="Roboto"/>
              </a:rPr>
              <a:t>accuracy evaluations overlook</a:t>
            </a:r>
            <a:r>
              <a:rPr lang="en" sz="1100" dirty="0">
                <a:latin typeface="Roboto"/>
                <a:ea typeface="Roboto"/>
                <a:cs typeface="Roboto"/>
                <a:sym typeface="Roboto"/>
              </a:rPr>
              <a:t> important considerations such as</a:t>
            </a:r>
            <a:r>
              <a:rPr lang="en" sz="1100" b="1" dirty="0">
                <a:latin typeface="Roboto"/>
                <a:ea typeface="Roboto"/>
                <a:cs typeface="Roboto"/>
                <a:sym typeface="Roboto"/>
              </a:rPr>
              <a:t> cost, latency, user preference and user value</a:t>
            </a:r>
            <a:endParaRPr sz="1100" b="1" dirty="0">
              <a:latin typeface="Roboto"/>
              <a:ea typeface="Roboto"/>
              <a:cs typeface="Roboto"/>
              <a:sym typeface="Roboto"/>
            </a:endParaRPr>
          </a:p>
          <a:p>
            <a:pPr marL="0" lvl="0" indent="0" algn="l" rtl="0">
              <a:spcBef>
                <a:spcPts val="0"/>
              </a:spcBef>
              <a:spcAft>
                <a:spcPts val="0"/>
              </a:spcAft>
              <a:buNone/>
            </a:pPr>
            <a:endParaRPr sz="1100" dirty="0">
              <a:latin typeface="Roboto"/>
              <a:ea typeface="Roboto"/>
              <a:cs typeface="Roboto"/>
              <a:sym typeface="Roboto"/>
            </a:endParaRPr>
          </a:p>
        </p:txBody>
      </p:sp>
      <p:sp>
        <p:nvSpPr>
          <p:cNvPr id="587" name="Google Shape;587;p63"/>
          <p:cNvSpPr/>
          <p:nvPr/>
        </p:nvSpPr>
        <p:spPr>
          <a:xfrm>
            <a:off x="2398850" y="485675"/>
            <a:ext cx="2124725" cy="2331975"/>
          </a:xfrm>
          <a:prstGeom prst="flowChartOffpageConnector">
            <a:avLst/>
          </a:prstGeom>
          <a:solidFill>
            <a:srgbClr val="F9F9F9"/>
          </a:solidFill>
          <a:ln w="9525" cap="flat" cmpd="sng">
            <a:solidFill>
              <a:schemeClr val="dk2"/>
            </a:solidFill>
            <a:prstDash val="solid"/>
            <a:round/>
            <a:headEnd type="none" w="sm" len="sm"/>
            <a:tailEnd type="none" w="sm" len="sm"/>
          </a:ln>
          <a:effectLst>
            <a:outerShdw blurRad="200025" dist="209550" dir="5400000" algn="bl" rotWithShape="0">
              <a:srgbClr val="000000">
                <a:alpha val="50000"/>
              </a:srgbClr>
            </a:outerShdw>
          </a:effectLst>
        </p:spPr>
        <p:txBody>
          <a:bodyPr spcFirstLastPara="1" wrap="square" lIns="91425" tIns="91425" rIns="91425" bIns="91425" anchor="ctr" anchorCtr="0">
            <a:noAutofit/>
          </a:bodyPr>
          <a:lstStyle/>
          <a:p>
            <a:pPr marL="0" lvl="0" indent="0" algn="just" rtl="0">
              <a:spcBef>
                <a:spcPts val="0"/>
              </a:spcBef>
              <a:spcAft>
                <a:spcPts val="0"/>
              </a:spcAft>
              <a:buNone/>
            </a:pPr>
            <a:r>
              <a:rPr lang="en" sz="1100" b="1">
                <a:latin typeface="Roboto"/>
                <a:ea typeface="Roboto"/>
                <a:cs typeface="Roboto"/>
                <a:sym typeface="Roboto"/>
              </a:rPr>
              <a:t>           High cost and latency:</a:t>
            </a:r>
            <a:endParaRPr sz="1100" b="1">
              <a:latin typeface="Roboto"/>
              <a:ea typeface="Roboto"/>
              <a:cs typeface="Roboto"/>
              <a:sym typeface="Roboto"/>
            </a:endParaRPr>
          </a:p>
          <a:p>
            <a:pPr marL="0" lvl="0" indent="0" algn="just" rtl="0">
              <a:spcBef>
                <a:spcPts val="0"/>
              </a:spcBef>
              <a:spcAft>
                <a:spcPts val="0"/>
              </a:spcAft>
              <a:buNone/>
            </a:pPr>
            <a:endParaRPr sz="1100">
              <a:latin typeface="Roboto"/>
              <a:ea typeface="Roboto"/>
              <a:cs typeface="Roboto"/>
              <a:sym typeface="Roboto"/>
            </a:endParaRPr>
          </a:p>
          <a:p>
            <a:pPr marL="0" lvl="0" indent="0" algn="just" rtl="0">
              <a:spcBef>
                <a:spcPts val="0"/>
              </a:spcBef>
              <a:spcAft>
                <a:spcPts val="0"/>
              </a:spcAft>
              <a:buNone/>
            </a:pPr>
            <a:r>
              <a:rPr lang="en" sz="1100">
                <a:latin typeface="Roboto"/>
                <a:ea typeface="Roboto"/>
                <a:cs typeface="Roboto"/>
                <a:sym typeface="Roboto"/>
              </a:rPr>
              <a:t>Magentic-One requires dozens of </a:t>
            </a:r>
            <a:r>
              <a:rPr lang="en" sz="1100" b="1">
                <a:latin typeface="Roboto"/>
                <a:ea typeface="Roboto"/>
                <a:cs typeface="Roboto"/>
                <a:sym typeface="Roboto"/>
              </a:rPr>
              <a:t>iterations </a:t>
            </a:r>
            <a:r>
              <a:rPr lang="en" sz="1100">
                <a:latin typeface="Roboto"/>
                <a:ea typeface="Roboto"/>
                <a:cs typeface="Roboto"/>
                <a:sym typeface="Roboto"/>
              </a:rPr>
              <a:t>and </a:t>
            </a:r>
            <a:r>
              <a:rPr lang="en" sz="1100" b="1">
                <a:latin typeface="Roboto"/>
                <a:ea typeface="Roboto"/>
                <a:cs typeface="Roboto"/>
                <a:sym typeface="Roboto"/>
              </a:rPr>
              <a:t>LLM calls</a:t>
            </a:r>
            <a:r>
              <a:rPr lang="en" sz="1100">
                <a:latin typeface="Roboto"/>
                <a:ea typeface="Roboto"/>
                <a:cs typeface="Roboto"/>
                <a:sym typeface="Roboto"/>
              </a:rPr>
              <a:t> to solve most problems. The latency and cost of those calls can be prohibitive, incurring perhaps several US dollars, and tens of minutes per task.</a:t>
            </a:r>
            <a:endParaRPr sz="1100">
              <a:latin typeface="Roboto"/>
              <a:ea typeface="Roboto"/>
              <a:cs typeface="Roboto"/>
              <a:sym typeface="Roboto"/>
            </a:endParaRPr>
          </a:p>
          <a:p>
            <a:pPr marL="0" lvl="0" indent="0" algn="just" rtl="0">
              <a:spcBef>
                <a:spcPts val="0"/>
              </a:spcBef>
              <a:spcAft>
                <a:spcPts val="0"/>
              </a:spcAft>
              <a:buNone/>
            </a:pPr>
            <a:endParaRPr sz="1100">
              <a:latin typeface="Roboto"/>
              <a:ea typeface="Roboto"/>
              <a:cs typeface="Roboto"/>
              <a:sym typeface="Roboto"/>
            </a:endParaRPr>
          </a:p>
        </p:txBody>
      </p:sp>
      <p:sp>
        <p:nvSpPr>
          <p:cNvPr id="588" name="Google Shape;588;p63"/>
          <p:cNvSpPr/>
          <p:nvPr/>
        </p:nvSpPr>
        <p:spPr>
          <a:xfrm>
            <a:off x="4668000" y="485675"/>
            <a:ext cx="2157900" cy="2331975"/>
          </a:xfrm>
          <a:prstGeom prst="flowChartOffpageConnector">
            <a:avLst/>
          </a:prstGeom>
          <a:gradFill>
            <a:gsLst>
              <a:gs pos="0">
                <a:schemeClr val="lt1"/>
              </a:gs>
              <a:gs pos="100000">
                <a:schemeClr val="accent6"/>
              </a:gs>
            </a:gsLst>
            <a:path path="circle">
              <a:fillToRect l="50000" t="50000" r="50000" b="50000"/>
            </a:path>
            <a:tileRect/>
          </a:gradFill>
          <a:ln w="9525" cap="flat" cmpd="sng">
            <a:solidFill>
              <a:schemeClr val="dk2"/>
            </a:solidFill>
            <a:prstDash val="solid"/>
            <a:round/>
            <a:headEnd type="none" w="sm" len="sm"/>
            <a:tailEnd type="none" w="sm" len="sm"/>
          </a:ln>
          <a:effectLst>
            <a:outerShdw blurRad="200025" dist="209550" dir="5400000" algn="bl" rotWithShape="0">
              <a:srgbClr val="000000">
                <a:alpha val="50000"/>
              </a:srgbClr>
            </a:outerShdw>
          </a:effectLst>
        </p:spPr>
        <p:txBody>
          <a:bodyPr spcFirstLastPara="1" wrap="square" lIns="91425" tIns="91425" rIns="91425" bIns="91425" anchor="ctr" anchorCtr="0">
            <a:noAutofit/>
          </a:bodyPr>
          <a:lstStyle/>
          <a:p>
            <a:pPr marL="0" lvl="0" indent="0" algn="just" rtl="0">
              <a:spcBef>
                <a:spcPts val="0"/>
              </a:spcBef>
              <a:spcAft>
                <a:spcPts val="0"/>
              </a:spcAft>
              <a:buNone/>
            </a:pPr>
            <a:r>
              <a:rPr lang="en" sz="1100" b="1">
                <a:latin typeface="Roboto"/>
                <a:ea typeface="Roboto"/>
                <a:cs typeface="Roboto"/>
                <a:sym typeface="Roboto"/>
              </a:rPr>
              <a:t>           </a:t>
            </a:r>
            <a:endParaRPr sz="1100" b="1">
              <a:latin typeface="Roboto"/>
              <a:ea typeface="Roboto"/>
              <a:cs typeface="Roboto"/>
              <a:sym typeface="Roboto"/>
            </a:endParaRPr>
          </a:p>
          <a:p>
            <a:pPr marL="0" lvl="0" indent="0" algn="ctr" rtl="0">
              <a:spcBef>
                <a:spcPts val="0"/>
              </a:spcBef>
              <a:spcAft>
                <a:spcPts val="0"/>
              </a:spcAft>
              <a:buNone/>
            </a:pPr>
            <a:endParaRPr sz="1100" b="1">
              <a:latin typeface="Roboto"/>
              <a:ea typeface="Roboto"/>
              <a:cs typeface="Roboto"/>
              <a:sym typeface="Roboto"/>
            </a:endParaRPr>
          </a:p>
          <a:p>
            <a:pPr marL="0" lvl="0" indent="0" algn="ctr" rtl="0">
              <a:spcBef>
                <a:spcPts val="0"/>
              </a:spcBef>
              <a:spcAft>
                <a:spcPts val="0"/>
              </a:spcAft>
              <a:buNone/>
            </a:pPr>
            <a:endParaRPr sz="1100" b="1">
              <a:latin typeface="Roboto"/>
              <a:ea typeface="Roboto"/>
              <a:cs typeface="Roboto"/>
              <a:sym typeface="Roboto"/>
            </a:endParaRPr>
          </a:p>
          <a:p>
            <a:pPr marL="0" lvl="0" indent="0" algn="ctr" rtl="0">
              <a:spcBef>
                <a:spcPts val="0"/>
              </a:spcBef>
              <a:spcAft>
                <a:spcPts val="0"/>
              </a:spcAft>
              <a:buNone/>
            </a:pPr>
            <a:endParaRPr sz="1100" b="1">
              <a:latin typeface="Roboto"/>
              <a:ea typeface="Roboto"/>
              <a:cs typeface="Roboto"/>
              <a:sym typeface="Roboto"/>
            </a:endParaRPr>
          </a:p>
          <a:p>
            <a:pPr marL="0" lvl="0" indent="0" algn="ctr" rtl="0">
              <a:spcBef>
                <a:spcPts val="0"/>
              </a:spcBef>
              <a:spcAft>
                <a:spcPts val="0"/>
              </a:spcAft>
              <a:buNone/>
            </a:pPr>
            <a:r>
              <a:rPr lang="en" sz="1100" b="1">
                <a:latin typeface="Roboto"/>
                <a:ea typeface="Roboto"/>
                <a:cs typeface="Roboto"/>
                <a:sym typeface="Roboto"/>
              </a:rPr>
              <a:t>Limited modalities</a:t>
            </a:r>
            <a:endParaRPr sz="1100">
              <a:latin typeface="Roboto"/>
              <a:ea typeface="Roboto"/>
              <a:cs typeface="Roboto"/>
              <a:sym typeface="Roboto"/>
            </a:endParaRPr>
          </a:p>
          <a:p>
            <a:pPr marL="0" lvl="0" indent="0" algn="just" rtl="0">
              <a:spcBef>
                <a:spcPts val="0"/>
              </a:spcBef>
              <a:spcAft>
                <a:spcPts val="0"/>
              </a:spcAft>
              <a:buNone/>
            </a:pPr>
            <a:endParaRPr sz="1100">
              <a:latin typeface="Roboto"/>
              <a:ea typeface="Roboto"/>
              <a:cs typeface="Roboto"/>
              <a:sym typeface="Roboto"/>
            </a:endParaRPr>
          </a:p>
          <a:p>
            <a:pPr marL="0" lvl="0" indent="0" algn="just" rtl="0">
              <a:spcBef>
                <a:spcPts val="0"/>
              </a:spcBef>
              <a:spcAft>
                <a:spcPts val="0"/>
              </a:spcAft>
              <a:buNone/>
            </a:pPr>
            <a:endParaRPr sz="1100">
              <a:latin typeface="Roboto"/>
              <a:ea typeface="Roboto"/>
              <a:cs typeface="Roboto"/>
              <a:sym typeface="Roboto"/>
            </a:endParaRPr>
          </a:p>
          <a:p>
            <a:pPr marL="0" lvl="0" indent="0" algn="ctr" rtl="0">
              <a:spcBef>
                <a:spcPts val="0"/>
              </a:spcBef>
              <a:spcAft>
                <a:spcPts val="0"/>
              </a:spcAft>
              <a:buNone/>
            </a:pPr>
            <a:r>
              <a:rPr lang="en" sz="1100">
                <a:latin typeface="Roboto"/>
                <a:ea typeface="Roboto"/>
                <a:cs typeface="Roboto"/>
                <a:sym typeface="Roboto"/>
              </a:rPr>
              <a:t>Magentic-One cannot currently process or navigate all modalities. For example, WebSurfer cannot watch online videos</a:t>
            </a:r>
            <a:endParaRPr sz="1100">
              <a:latin typeface="Roboto"/>
              <a:ea typeface="Roboto"/>
              <a:cs typeface="Roboto"/>
              <a:sym typeface="Roboto"/>
            </a:endParaRPr>
          </a:p>
          <a:p>
            <a:pPr marL="0" lvl="0" indent="0" algn="just" rtl="0">
              <a:spcBef>
                <a:spcPts val="0"/>
              </a:spcBef>
              <a:spcAft>
                <a:spcPts val="0"/>
              </a:spcAft>
              <a:buNone/>
            </a:pPr>
            <a:endParaRPr sz="1100">
              <a:latin typeface="Roboto"/>
              <a:ea typeface="Roboto"/>
              <a:cs typeface="Roboto"/>
              <a:sym typeface="Roboto"/>
            </a:endParaRPr>
          </a:p>
          <a:p>
            <a:pPr marL="0" lvl="0" indent="0" algn="just" rtl="0">
              <a:spcBef>
                <a:spcPts val="0"/>
              </a:spcBef>
              <a:spcAft>
                <a:spcPts val="0"/>
              </a:spcAft>
              <a:buNone/>
            </a:pPr>
            <a:endParaRPr sz="1100">
              <a:latin typeface="Roboto"/>
              <a:ea typeface="Roboto"/>
              <a:cs typeface="Roboto"/>
              <a:sym typeface="Roboto"/>
            </a:endParaRPr>
          </a:p>
          <a:p>
            <a:pPr marL="0" lvl="0" indent="0" algn="just" rtl="0">
              <a:spcBef>
                <a:spcPts val="0"/>
              </a:spcBef>
              <a:spcAft>
                <a:spcPts val="0"/>
              </a:spcAft>
              <a:buNone/>
            </a:pPr>
            <a:endParaRPr sz="1100">
              <a:latin typeface="Roboto"/>
              <a:ea typeface="Roboto"/>
              <a:cs typeface="Roboto"/>
              <a:sym typeface="Roboto"/>
            </a:endParaRPr>
          </a:p>
          <a:p>
            <a:pPr marL="0" lvl="0" indent="0" algn="just" rtl="0">
              <a:spcBef>
                <a:spcPts val="0"/>
              </a:spcBef>
              <a:spcAft>
                <a:spcPts val="0"/>
              </a:spcAft>
              <a:buNone/>
            </a:pPr>
            <a:endParaRPr sz="1100">
              <a:latin typeface="Roboto"/>
              <a:ea typeface="Roboto"/>
              <a:cs typeface="Roboto"/>
              <a:sym typeface="Roboto"/>
            </a:endParaRPr>
          </a:p>
          <a:p>
            <a:pPr marL="0" lvl="0" indent="0" algn="just" rtl="0">
              <a:spcBef>
                <a:spcPts val="0"/>
              </a:spcBef>
              <a:spcAft>
                <a:spcPts val="0"/>
              </a:spcAft>
              <a:buNone/>
            </a:pPr>
            <a:endParaRPr sz="1100">
              <a:latin typeface="Roboto"/>
              <a:ea typeface="Roboto"/>
              <a:cs typeface="Roboto"/>
              <a:sym typeface="Roboto"/>
            </a:endParaRPr>
          </a:p>
          <a:p>
            <a:pPr marL="0" lvl="0" indent="0" algn="just" rtl="0">
              <a:spcBef>
                <a:spcPts val="0"/>
              </a:spcBef>
              <a:spcAft>
                <a:spcPts val="0"/>
              </a:spcAft>
              <a:buNone/>
            </a:pPr>
            <a:endParaRPr sz="1100">
              <a:latin typeface="Roboto"/>
              <a:ea typeface="Roboto"/>
              <a:cs typeface="Roboto"/>
              <a:sym typeface="Roboto"/>
            </a:endParaRPr>
          </a:p>
        </p:txBody>
      </p:sp>
      <p:cxnSp>
        <p:nvCxnSpPr>
          <p:cNvPr id="589" name="Google Shape;589;p63"/>
          <p:cNvCxnSpPr/>
          <p:nvPr/>
        </p:nvCxnSpPr>
        <p:spPr>
          <a:xfrm>
            <a:off x="288025" y="377515"/>
            <a:ext cx="8300400" cy="24900"/>
          </a:xfrm>
          <a:prstGeom prst="straightConnector1">
            <a:avLst/>
          </a:prstGeom>
          <a:noFill/>
          <a:ln w="9525" cap="flat" cmpd="sng">
            <a:solidFill>
              <a:schemeClr val="accent1"/>
            </a:solidFill>
            <a:prstDash val="solid"/>
            <a:round/>
            <a:headEnd type="none" w="med" len="med"/>
            <a:tailEnd type="none" w="med" len="med"/>
          </a:ln>
        </p:spPr>
      </p:cxnSp>
      <p:sp>
        <p:nvSpPr>
          <p:cNvPr id="590" name="Google Shape;590;p63"/>
          <p:cNvSpPr/>
          <p:nvPr/>
        </p:nvSpPr>
        <p:spPr>
          <a:xfrm>
            <a:off x="6938704" y="480900"/>
            <a:ext cx="2124725" cy="2331975"/>
          </a:xfrm>
          <a:prstGeom prst="flowChartOffpageConnector">
            <a:avLst/>
          </a:prstGeom>
          <a:solidFill>
            <a:srgbClr val="F3F3F3"/>
          </a:solidFill>
          <a:ln w="9525" cap="flat" cmpd="sng">
            <a:solidFill>
              <a:schemeClr val="dk2"/>
            </a:solidFill>
            <a:prstDash val="solid"/>
            <a:round/>
            <a:headEnd type="none" w="sm" len="sm"/>
            <a:tailEnd type="none" w="sm" len="sm"/>
          </a:ln>
          <a:effectLst>
            <a:outerShdw blurRad="200025" dist="209550" dir="6000000" algn="bl" rotWithShape="0">
              <a:srgbClr val="000000">
                <a:alpha val="50000"/>
              </a:srgbClr>
            </a:outerShdw>
          </a:effectLst>
        </p:spPr>
        <p:txBody>
          <a:bodyPr spcFirstLastPara="1" wrap="square" lIns="91425" tIns="91425" rIns="91425" bIns="91425" anchor="ctr" anchorCtr="0">
            <a:noAutofit/>
          </a:bodyPr>
          <a:lstStyle/>
          <a:p>
            <a:pPr marL="0" lvl="0" indent="0" algn="just" rtl="0">
              <a:spcBef>
                <a:spcPts val="0"/>
              </a:spcBef>
              <a:spcAft>
                <a:spcPts val="0"/>
              </a:spcAft>
              <a:buNone/>
            </a:pPr>
            <a:endParaRPr sz="1100" dirty="0">
              <a:latin typeface="Roboto"/>
              <a:ea typeface="Roboto"/>
              <a:cs typeface="Roboto"/>
              <a:sym typeface="Roboto"/>
            </a:endParaRPr>
          </a:p>
          <a:p>
            <a:pPr marL="0" lvl="0" indent="0" algn="just" rtl="0">
              <a:spcBef>
                <a:spcPts val="0"/>
              </a:spcBef>
              <a:spcAft>
                <a:spcPts val="0"/>
              </a:spcAft>
              <a:buNone/>
            </a:pPr>
            <a:endParaRPr sz="1100" dirty="0">
              <a:latin typeface="Roboto"/>
              <a:ea typeface="Roboto"/>
              <a:cs typeface="Roboto"/>
              <a:sym typeface="Roboto"/>
            </a:endParaRPr>
          </a:p>
          <a:p>
            <a:pPr marL="0" lvl="0" indent="0" algn="just" rtl="0">
              <a:spcBef>
                <a:spcPts val="0"/>
              </a:spcBef>
              <a:spcAft>
                <a:spcPts val="0"/>
              </a:spcAft>
              <a:buNone/>
            </a:pPr>
            <a:endParaRPr sz="1100" dirty="0">
              <a:latin typeface="Roboto"/>
              <a:ea typeface="Roboto"/>
              <a:cs typeface="Roboto"/>
              <a:sym typeface="Roboto"/>
            </a:endParaRPr>
          </a:p>
          <a:p>
            <a:pPr marL="0" lvl="0" indent="0" algn="just" rtl="0">
              <a:spcBef>
                <a:spcPts val="0"/>
              </a:spcBef>
              <a:spcAft>
                <a:spcPts val="0"/>
              </a:spcAft>
              <a:buNone/>
            </a:pPr>
            <a:endParaRPr sz="1100" dirty="0">
              <a:latin typeface="Roboto"/>
              <a:ea typeface="Roboto"/>
              <a:cs typeface="Roboto"/>
              <a:sym typeface="Roboto"/>
            </a:endParaRPr>
          </a:p>
          <a:p>
            <a:pPr marL="0" lvl="0" indent="0" algn="just" rtl="0">
              <a:spcBef>
                <a:spcPts val="0"/>
              </a:spcBef>
              <a:spcAft>
                <a:spcPts val="0"/>
              </a:spcAft>
              <a:buNone/>
            </a:pPr>
            <a:r>
              <a:rPr lang="en" sz="1100" b="1" dirty="0">
                <a:latin typeface="Roboto"/>
                <a:ea typeface="Roboto"/>
                <a:cs typeface="Roboto"/>
                <a:sym typeface="Roboto"/>
              </a:rPr>
              <a:t>         Limited action space</a:t>
            </a:r>
            <a:endParaRPr sz="1100" b="1" dirty="0">
              <a:latin typeface="Roboto"/>
              <a:ea typeface="Roboto"/>
              <a:cs typeface="Roboto"/>
              <a:sym typeface="Roboto"/>
            </a:endParaRPr>
          </a:p>
          <a:p>
            <a:pPr marL="0" lvl="0" indent="0" algn="just" rtl="0">
              <a:spcBef>
                <a:spcPts val="0"/>
              </a:spcBef>
              <a:spcAft>
                <a:spcPts val="0"/>
              </a:spcAft>
              <a:buNone/>
            </a:pPr>
            <a:endParaRPr sz="1100" dirty="0">
              <a:latin typeface="Roboto"/>
              <a:ea typeface="Roboto"/>
              <a:cs typeface="Roboto"/>
              <a:sym typeface="Roboto"/>
            </a:endParaRPr>
          </a:p>
          <a:p>
            <a:pPr marL="0" lvl="0" indent="0" algn="just" rtl="0">
              <a:spcBef>
                <a:spcPts val="0"/>
              </a:spcBef>
              <a:spcAft>
                <a:spcPts val="0"/>
              </a:spcAft>
              <a:buNone/>
            </a:pPr>
            <a:r>
              <a:rPr lang="en" sz="1100" dirty="0">
                <a:latin typeface="Roboto"/>
                <a:ea typeface="Roboto"/>
                <a:cs typeface="Roboto"/>
                <a:sym typeface="Roboto"/>
              </a:rPr>
              <a:t>While agents in Magentic-One are afforded tools for the most</a:t>
            </a:r>
            <a:endParaRPr sz="1100" dirty="0">
              <a:latin typeface="Roboto"/>
              <a:ea typeface="Roboto"/>
              <a:cs typeface="Roboto"/>
              <a:sym typeface="Roboto"/>
            </a:endParaRPr>
          </a:p>
          <a:p>
            <a:pPr marL="0" lvl="0" indent="0" algn="just" rtl="0">
              <a:spcBef>
                <a:spcPts val="0"/>
              </a:spcBef>
              <a:spcAft>
                <a:spcPts val="0"/>
              </a:spcAft>
              <a:buNone/>
            </a:pPr>
            <a:r>
              <a:rPr lang="en" sz="1100" dirty="0">
                <a:latin typeface="Roboto"/>
                <a:ea typeface="Roboto"/>
                <a:cs typeface="Roboto"/>
                <a:sym typeface="Roboto"/>
              </a:rPr>
              <a:t>common actions, </a:t>
            </a:r>
            <a:r>
              <a:rPr lang="en" sz="1100" b="1" dirty="0">
                <a:latin typeface="Roboto"/>
                <a:ea typeface="Roboto"/>
                <a:cs typeface="Roboto"/>
                <a:sym typeface="Roboto"/>
              </a:rPr>
              <a:t>tooling is not comprehensive</a:t>
            </a:r>
            <a:r>
              <a:rPr lang="en" sz="1100" dirty="0">
                <a:latin typeface="Roboto"/>
                <a:ea typeface="Roboto"/>
                <a:cs typeface="Roboto"/>
                <a:sym typeface="Roboto"/>
              </a:rPr>
              <a:t>. This simplifies the task of action grounding,</a:t>
            </a:r>
            <a:endParaRPr sz="1100" dirty="0">
              <a:latin typeface="Roboto"/>
              <a:ea typeface="Roboto"/>
              <a:cs typeface="Roboto"/>
              <a:sym typeface="Roboto"/>
            </a:endParaRPr>
          </a:p>
          <a:p>
            <a:pPr marL="0" lvl="0" indent="0" algn="just" rtl="0">
              <a:spcBef>
                <a:spcPts val="0"/>
              </a:spcBef>
              <a:spcAft>
                <a:spcPts val="0"/>
              </a:spcAft>
              <a:buNone/>
            </a:pPr>
            <a:r>
              <a:rPr lang="en" sz="1100" dirty="0">
                <a:latin typeface="Roboto"/>
                <a:ea typeface="Roboto"/>
                <a:cs typeface="Roboto"/>
                <a:sym typeface="Roboto"/>
              </a:rPr>
              <a:t>but can lead to paths that are impossible to execute.</a:t>
            </a:r>
            <a:endParaRPr sz="1100" dirty="0">
              <a:latin typeface="Roboto"/>
              <a:ea typeface="Roboto"/>
              <a:cs typeface="Roboto"/>
              <a:sym typeface="Roboto"/>
            </a:endParaRPr>
          </a:p>
          <a:p>
            <a:pPr marL="0" lvl="0" indent="0" algn="just" rtl="0">
              <a:spcBef>
                <a:spcPts val="0"/>
              </a:spcBef>
              <a:spcAft>
                <a:spcPts val="0"/>
              </a:spcAft>
              <a:buNone/>
            </a:pPr>
            <a:endParaRPr sz="1100" dirty="0">
              <a:latin typeface="Roboto"/>
              <a:ea typeface="Roboto"/>
              <a:cs typeface="Roboto"/>
              <a:sym typeface="Roboto"/>
            </a:endParaRPr>
          </a:p>
          <a:p>
            <a:pPr marL="0" lvl="0" indent="0" algn="just" rtl="0">
              <a:spcBef>
                <a:spcPts val="0"/>
              </a:spcBef>
              <a:spcAft>
                <a:spcPts val="0"/>
              </a:spcAft>
              <a:buNone/>
            </a:pPr>
            <a:endParaRPr sz="1100" dirty="0">
              <a:latin typeface="Roboto"/>
              <a:ea typeface="Roboto"/>
              <a:cs typeface="Roboto"/>
              <a:sym typeface="Roboto"/>
            </a:endParaRPr>
          </a:p>
          <a:p>
            <a:pPr marL="0" lvl="0" indent="0" algn="just" rtl="0">
              <a:spcBef>
                <a:spcPts val="0"/>
              </a:spcBef>
              <a:spcAft>
                <a:spcPts val="0"/>
              </a:spcAft>
              <a:buNone/>
            </a:pPr>
            <a:endParaRPr sz="1100" dirty="0">
              <a:latin typeface="Roboto"/>
              <a:ea typeface="Roboto"/>
              <a:cs typeface="Roboto"/>
              <a:sym typeface="Roboto"/>
            </a:endParaRPr>
          </a:p>
        </p:txBody>
      </p:sp>
      <p:sp>
        <p:nvSpPr>
          <p:cNvPr id="591" name="Google Shape;591;p63"/>
          <p:cNvSpPr/>
          <p:nvPr/>
        </p:nvSpPr>
        <p:spPr>
          <a:xfrm>
            <a:off x="1344900" y="2900900"/>
            <a:ext cx="2124725" cy="2331975"/>
          </a:xfrm>
          <a:prstGeom prst="flowChartOffpageConnector">
            <a:avLst/>
          </a:prstGeom>
          <a:gradFill>
            <a:gsLst>
              <a:gs pos="0">
                <a:srgbClr val="DCF7FF"/>
              </a:gs>
              <a:gs pos="100000">
                <a:srgbClr val="5ED8FB"/>
              </a:gs>
            </a:gsLst>
            <a:path path="circle">
              <a:fillToRect l="50000" t="50000" r="50000" b="50000"/>
            </a:path>
            <a:tileRect/>
          </a:gradFill>
          <a:ln w="9525" cap="flat" cmpd="sng">
            <a:solidFill>
              <a:schemeClr val="dk2"/>
            </a:solidFill>
            <a:prstDash val="solid"/>
            <a:round/>
            <a:headEnd type="none" w="sm" len="sm"/>
            <a:tailEnd type="none" w="sm" len="sm"/>
          </a:ln>
          <a:effectLst>
            <a:outerShdw blurRad="200025" dist="209550" dir="5400000" algn="bl" rotWithShape="0">
              <a:srgbClr val="000000">
                <a:alpha val="50000"/>
              </a:srgbClr>
            </a:outerShdw>
          </a:effectLst>
        </p:spPr>
        <p:txBody>
          <a:bodyPr spcFirstLastPara="1" wrap="square" lIns="91425" tIns="91425" rIns="91425" bIns="91425" anchor="ctr" anchorCtr="0">
            <a:noAutofit/>
          </a:bodyPr>
          <a:lstStyle/>
          <a:p>
            <a:pPr marL="0" lvl="0" indent="0" algn="just" rtl="0">
              <a:spcBef>
                <a:spcPts val="0"/>
              </a:spcBef>
              <a:spcAft>
                <a:spcPts val="0"/>
              </a:spcAft>
              <a:buNone/>
            </a:pPr>
            <a:endParaRPr sz="900" dirty="0">
              <a:latin typeface="Roboto"/>
              <a:ea typeface="Roboto"/>
              <a:cs typeface="Roboto"/>
              <a:sym typeface="Roboto"/>
            </a:endParaRPr>
          </a:p>
          <a:p>
            <a:pPr marL="0" lvl="0" indent="0" algn="just" rtl="0">
              <a:spcBef>
                <a:spcPts val="0"/>
              </a:spcBef>
              <a:spcAft>
                <a:spcPts val="0"/>
              </a:spcAft>
              <a:buNone/>
            </a:pPr>
            <a:endParaRPr sz="900" dirty="0">
              <a:latin typeface="Roboto"/>
              <a:ea typeface="Roboto"/>
              <a:cs typeface="Roboto"/>
              <a:sym typeface="Roboto"/>
            </a:endParaRPr>
          </a:p>
          <a:p>
            <a:pPr marL="0" lvl="0" indent="0" algn="just" rtl="0">
              <a:spcBef>
                <a:spcPts val="0"/>
              </a:spcBef>
              <a:spcAft>
                <a:spcPts val="0"/>
              </a:spcAft>
              <a:buNone/>
            </a:pPr>
            <a:endParaRPr sz="900" dirty="0">
              <a:latin typeface="Roboto"/>
              <a:ea typeface="Roboto"/>
              <a:cs typeface="Roboto"/>
              <a:sym typeface="Roboto"/>
            </a:endParaRPr>
          </a:p>
          <a:p>
            <a:pPr marL="0" lvl="0" indent="0" algn="just" rtl="0">
              <a:spcBef>
                <a:spcPts val="0"/>
              </a:spcBef>
              <a:spcAft>
                <a:spcPts val="0"/>
              </a:spcAft>
              <a:buNone/>
            </a:pPr>
            <a:endParaRPr sz="900" dirty="0">
              <a:latin typeface="Roboto"/>
              <a:ea typeface="Roboto"/>
              <a:cs typeface="Roboto"/>
              <a:sym typeface="Roboto"/>
            </a:endParaRPr>
          </a:p>
          <a:p>
            <a:pPr marL="0" lvl="0" indent="0" algn="ctr" rtl="0">
              <a:spcBef>
                <a:spcPts val="0"/>
              </a:spcBef>
              <a:spcAft>
                <a:spcPts val="0"/>
              </a:spcAft>
              <a:buNone/>
            </a:pPr>
            <a:r>
              <a:rPr lang="en" sz="1000" b="1" dirty="0">
                <a:latin typeface="Roboto"/>
                <a:ea typeface="Roboto"/>
                <a:cs typeface="Roboto"/>
                <a:sym typeface="Roboto"/>
              </a:rPr>
              <a:t>Limited coding capabilities</a:t>
            </a:r>
            <a:endParaRPr sz="1000" b="1" dirty="0">
              <a:latin typeface="Roboto"/>
              <a:ea typeface="Roboto"/>
              <a:cs typeface="Roboto"/>
              <a:sym typeface="Roboto"/>
            </a:endParaRPr>
          </a:p>
          <a:p>
            <a:pPr marL="0" lvl="0" indent="0" algn="just" rtl="0">
              <a:spcBef>
                <a:spcPts val="0"/>
              </a:spcBef>
              <a:spcAft>
                <a:spcPts val="0"/>
              </a:spcAft>
              <a:buNone/>
            </a:pPr>
            <a:endParaRPr sz="900" dirty="0">
              <a:latin typeface="Roboto"/>
              <a:ea typeface="Roboto"/>
              <a:cs typeface="Roboto"/>
              <a:sym typeface="Roboto"/>
            </a:endParaRPr>
          </a:p>
          <a:p>
            <a:pPr marL="0" lvl="0" indent="0" algn="just" rtl="0">
              <a:spcBef>
                <a:spcPts val="0"/>
              </a:spcBef>
              <a:spcAft>
                <a:spcPts val="0"/>
              </a:spcAft>
              <a:buNone/>
            </a:pPr>
            <a:r>
              <a:rPr lang="en" sz="900" dirty="0">
                <a:latin typeface="Roboto"/>
                <a:ea typeface="Roboto"/>
                <a:cs typeface="Roboto"/>
                <a:sym typeface="Roboto"/>
              </a:rPr>
              <a:t>The Coder agent takes a </a:t>
            </a:r>
            <a:r>
              <a:rPr lang="en" sz="900" b="1" dirty="0">
                <a:latin typeface="Roboto"/>
                <a:ea typeface="Roboto"/>
                <a:cs typeface="Roboto"/>
                <a:sym typeface="Roboto"/>
              </a:rPr>
              <a:t>straightforward approach</a:t>
            </a:r>
            <a:r>
              <a:rPr lang="en" sz="900" dirty="0">
                <a:latin typeface="Roboto"/>
                <a:ea typeface="Roboto"/>
                <a:cs typeface="Roboto"/>
                <a:sym typeface="Roboto"/>
              </a:rPr>
              <a:t>: for every coding request, it generates a completely new Python program. If a previous attempt needs debugging, the </a:t>
            </a:r>
            <a:r>
              <a:rPr lang="en" sz="900" b="1" dirty="0">
                <a:latin typeface="Roboto"/>
                <a:ea typeface="Roboto"/>
                <a:cs typeface="Roboto"/>
                <a:sym typeface="Roboto"/>
              </a:rPr>
              <a:t>Coder fixes errors by producing an entirely new code snippet each time,</a:t>
            </a:r>
            <a:r>
              <a:rPr lang="en" sz="900" dirty="0">
                <a:latin typeface="Roboto"/>
                <a:ea typeface="Roboto"/>
                <a:cs typeface="Roboto"/>
                <a:sym typeface="Roboto"/>
              </a:rPr>
              <a:t> rather than editing the previous one. This approach is obviously suboptimal.</a:t>
            </a:r>
            <a:endParaRPr sz="900" dirty="0">
              <a:latin typeface="Roboto"/>
              <a:ea typeface="Roboto"/>
              <a:cs typeface="Roboto"/>
              <a:sym typeface="Roboto"/>
            </a:endParaRPr>
          </a:p>
          <a:p>
            <a:pPr marL="0" lvl="0" indent="0" algn="just" rtl="0">
              <a:spcBef>
                <a:spcPts val="0"/>
              </a:spcBef>
              <a:spcAft>
                <a:spcPts val="0"/>
              </a:spcAft>
              <a:buNone/>
            </a:pPr>
            <a:endParaRPr sz="900" dirty="0">
              <a:latin typeface="Roboto"/>
              <a:ea typeface="Roboto"/>
              <a:cs typeface="Roboto"/>
              <a:sym typeface="Roboto"/>
            </a:endParaRPr>
          </a:p>
          <a:p>
            <a:pPr marL="0" lvl="0" indent="0" algn="just" rtl="0">
              <a:spcBef>
                <a:spcPts val="0"/>
              </a:spcBef>
              <a:spcAft>
                <a:spcPts val="0"/>
              </a:spcAft>
              <a:buNone/>
            </a:pPr>
            <a:endParaRPr sz="900" dirty="0">
              <a:latin typeface="Roboto"/>
              <a:ea typeface="Roboto"/>
              <a:cs typeface="Roboto"/>
              <a:sym typeface="Roboto"/>
            </a:endParaRPr>
          </a:p>
          <a:p>
            <a:pPr marL="0" lvl="0" indent="0" algn="just" rtl="0">
              <a:spcBef>
                <a:spcPts val="0"/>
              </a:spcBef>
              <a:spcAft>
                <a:spcPts val="0"/>
              </a:spcAft>
              <a:buNone/>
            </a:pPr>
            <a:endParaRPr sz="900" dirty="0">
              <a:latin typeface="Roboto"/>
              <a:ea typeface="Roboto"/>
              <a:cs typeface="Roboto"/>
              <a:sym typeface="Roboto"/>
            </a:endParaRPr>
          </a:p>
        </p:txBody>
      </p:sp>
      <p:sp>
        <p:nvSpPr>
          <p:cNvPr id="592" name="Google Shape;592;p63"/>
          <p:cNvSpPr/>
          <p:nvPr/>
        </p:nvSpPr>
        <p:spPr>
          <a:xfrm>
            <a:off x="3567076" y="2900900"/>
            <a:ext cx="2124725" cy="2331975"/>
          </a:xfrm>
          <a:prstGeom prst="flowChartOffpageConnector">
            <a:avLst/>
          </a:prstGeom>
          <a:gradFill>
            <a:gsLst>
              <a:gs pos="0">
                <a:srgbClr val="FFFFFF"/>
              </a:gs>
              <a:gs pos="100000">
                <a:srgbClr val="B3B3B3"/>
              </a:gs>
            </a:gsLst>
            <a:lin ang="5400012" scaled="0"/>
          </a:gradFill>
          <a:ln w="9525" cap="flat" cmpd="sng">
            <a:solidFill>
              <a:schemeClr val="dk2"/>
            </a:solidFill>
            <a:prstDash val="solid"/>
            <a:round/>
            <a:headEnd type="none" w="sm" len="sm"/>
            <a:tailEnd type="none" w="sm" len="sm"/>
          </a:ln>
          <a:effectLst>
            <a:outerShdw blurRad="200025" dist="2095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1100" b="1">
              <a:latin typeface="Roboto"/>
              <a:ea typeface="Roboto"/>
              <a:cs typeface="Roboto"/>
              <a:sym typeface="Roboto"/>
            </a:endParaRPr>
          </a:p>
          <a:p>
            <a:pPr marL="0" lvl="0" indent="0" algn="ctr" rtl="0">
              <a:spcBef>
                <a:spcPts val="0"/>
              </a:spcBef>
              <a:spcAft>
                <a:spcPts val="0"/>
              </a:spcAft>
              <a:buNone/>
            </a:pPr>
            <a:endParaRPr sz="1100" b="1">
              <a:latin typeface="Roboto"/>
              <a:ea typeface="Roboto"/>
              <a:cs typeface="Roboto"/>
              <a:sym typeface="Roboto"/>
            </a:endParaRPr>
          </a:p>
          <a:p>
            <a:pPr marL="0" lvl="0" indent="0" algn="ctr" rtl="0">
              <a:spcBef>
                <a:spcPts val="0"/>
              </a:spcBef>
              <a:spcAft>
                <a:spcPts val="0"/>
              </a:spcAft>
              <a:buNone/>
            </a:pPr>
            <a:r>
              <a:rPr lang="en" sz="1100" b="1">
                <a:latin typeface="Roboto"/>
                <a:ea typeface="Roboto"/>
                <a:cs typeface="Roboto"/>
                <a:sym typeface="Roboto"/>
              </a:rPr>
              <a:t>Fixed team membership</a:t>
            </a:r>
            <a:endParaRPr sz="1100" b="1">
              <a:latin typeface="Roboto"/>
              <a:ea typeface="Roboto"/>
              <a:cs typeface="Roboto"/>
              <a:sym typeface="Roboto"/>
            </a:endParaRPr>
          </a:p>
          <a:p>
            <a:pPr marL="0" lvl="0" indent="0" algn="ctr" rtl="0">
              <a:spcBef>
                <a:spcPts val="0"/>
              </a:spcBef>
              <a:spcAft>
                <a:spcPts val="0"/>
              </a:spcAft>
              <a:buNone/>
            </a:pPr>
            <a:endParaRPr sz="1100">
              <a:latin typeface="Roboto"/>
              <a:ea typeface="Roboto"/>
              <a:cs typeface="Roboto"/>
              <a:sym typeface="Roboto"/>
            </a:endParaRPr>
          </a:p>
          <a:p>
            <a:pPr marL="0" lvl="0" indent="0" algn="just" rtl="0">
              <a:spcBef>
                <a:spcPts val="0"/>
              </a:spcBef>
              <a:spcAft>
                <a:spcPts val="0"/>
              </a:spcAft>
              <a:buNone/>
            </a:pPr>
            <a:r>
              <a:rPr lang="en" sz="1100">
                <a:latin typeface="Roboto"/>
                <a:ea typeface="Roboto"/>
                <a:cs typeface="Roboto"/>
                <a:sym typeface="Roboto"/>
              </a:rPr>
              <a:t>Magentic-One’s </a:t>
            </a:r>
            <a:r>
              <a:rPr lang="en" sz="1100" b="1">
                <a:latin typeface="Roboto"/>
                <a:ea typeface="Roboto"/>
                <a:cs typeface="Roboto"/>
                <a:sym typeface="Roboto"/>
              </a:rPr>
              <a:t>composition </a:t>
            </a:r>
            <a:r>
              <a:rPr lang="en" sz="1100">
                <a:latin typeface="Roboto"/>
                <a:ea typeface="Roboto"/>
                <a:cs typeface="Roboto"/>
                <a:sym typeface="Roboto"/>
              </a:rPr>
              <a:t>is </a:t>
            </a:r>
            <a:r>
              <a:rPr lang="en" sz="1100" b="1">
                <a:latin typeface="Roboto"/>
                <a:ea typeface="Roboto"/>
                <a:cs typeface="Roboto"/>
                <a:sym typeface="Roboto"/>
              </a:rPr>
              <a:t>fixed to a common set of five agents.</a:t>
            </a:r>
            <a:r>
              <a:rPr lang="en" sz="1100">
                <a:latin typeface="Roboto"/>
                <a:ea typeface="Roboto"/>
                <a:cs typeface="Roboto"/>
                <a:sym typeface="Roboto"/>
              </a:rPr>
              <a:t> When agents are not needed, they simply serve as a distraction to the Orchestrator,</a:t>
            </a:r>
            <a:endParaRPr sz="1100">
              <a:latin typeface="Roboto"/>
              <a:ea typeface="Roboto"/>
              <a:cs typeface="Roboto"/>
              <a:sym typeface="Roboto"/>
            </a:endParaRPr>
          </a:p>
          <a:p>
            <a:pPr marL="0" lvl="0" indent="0" algn="just" rtl="0">
              <a:spcBef>
                <a:spcPts val="0"/>
              </a:spcBef>
              <a:spcAft>
                <a:spcPts val="0"/>
              </a:spcAft>
              <a:buNone/>
            </a:pPr>
            <a:r>
              <a:rPr lang="en" sz="1100">
                <a:latin typeface="Roboto"/>
                <a:ea typeface="Roboto"/>
                <a:cs typeface="Roboto"/>
                <a:sym typeface="Roboto"/>
              </a:rPr>
              <a:t>and this may lower performance.</a:t>
            </a:r>
            <a:endParaRPr sz="1100">
              <a:latin typeface="Roboto"/>
              <a:ea typeface="Roboto"/>
              <a:cs typeface="Roboto"/>
              <a:sym typeface="Roboto"/>
            </a:endParaRPr>
          </a:p>
          <a:p>
            <a:pPr marL="0" lvl="0" indent="0" algn="ctr" rtl="0">
              <a:spcBef>
                <a:spcPts val="0"/>
              </a:spcBef>
              <a:spcAft>
                <a:spcPts val="0"/>
              </a:spcAft>
              <a:buNone/>
            </a:pPr>
            <a:endParaRPr sz="1100" b="1">
              <a:latin typeface="Roboto"/>
              <a:ea typeface="Roboto"/>
              <a:cs typeface="Roboto"/>
              <a:sym typeface="Roboto"/>
            </a:endParaRPr>
          </a:p>
        </p:txBody>
      </p:sp>
      <p:sp>
        <p:nvSpPr>
          <p:cNvPr id="593" name="Google Shape;593;p63"/>
          <p:cNvSpPr/>
          <p:nvPr/>
        </p:nvSpPr>
        <p:spPr>
          <a:xfrm>
            <a:off x="5805452" y="2900900"/>
            <a:ext cx="2157900" cy="2331975"/>
          </a:xfrm>
          <a:prstGeom prst="flowChartOffpageConnector">
            <a:avLst/>
          </a:prstGeom>
          <a:gradFill>
            <a:gsLst>
              <a:gs pos="0">
                <a:schemeClr val="lt1"/>
              </a:gs>
              <a:gs pos="100000">
                <a:schemeClr val="accent6"/>
              </a:gs>
            </a:gsLst>
            <a:path path="circle">
              <a:fillToRect l="50000" t="50000" r="50000" b="50000"/>
            </a:path>
            <a:tileRect/>
          </a:gradFill>
          <a:ln w="9525" cap="flat" cmpd="sng">
            <a:solidFill>
              <a:schemeClr val="dk2"/>
            </a:solidFill>
            <a:prstDash val="solid"/>
            <a:round/>
            <a:headEnd type="none" w="sm" len="sm"/>
            <a:tailEnd type="none" w="sm" len="sm"/>
          </a:ln>
          <a:effectLst>
            <a:outerShdw blurRad="200025"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1100" b="1" dirty="0">
              <a:latin typeface="Roboto"/>
              <a:ea typeface="Roboto"/>
              <a:cs typeface="Roboto"/>
              <a:sym typeface="Roboto"/>
            </a:endParaRPr>
          </a:p>
          <a:p>
            <a:pPr marL="0" lvl="0" indent="0" algn="ctr" rtl="0">
              <a:spcBef>
                <a:spcPts val="0"/>
              </a:spcBef>
              <a:spcAft>
                <a:spcPts val="0"/>
              </a:spcAft>
              <a:buNone/>
            </a:pPr>
            <a:endParaRPr sz="1100" b="1" dirty="0">
              <a:latin typeface="Roboto"/>
              <a:ea typeface="Roboto"/>
              <a:cs typeface="Roboto"/>
              <a:sym typeface="Roboto"/>
            </a:endParaRPr>
          </a:p>
          <a:p>
            <a:pPr marL="0" lvl="0" indent="0" algn="ctr" rtl="0">
              <a:spcBef>
                <a:spcPts val="0"/>
              </a:spcBef>
              <a:spcAft>
                <a:spcPts val="0"/>
              </a:spcAft>
              <a:buNone/>
            </a:pPr>
            <a:r>
              <a:rPr lang="en" sz="1100" b="1" dirty="0">
                <a:latin typeface="Roboto"/>
                <a:ea typeface="Roboto"/>
                <a:cs typeface="Roboto"/>
                <a:sym typeface="Roboto"/>
              </a:rPr>
              <a:t>Limited Learning</a:t>
            </a:r>
            <a:endParaRPr sz="1100" b="1" dirty="0">
              <a:latin typeface="Roboto"/>
              <a:ea typeface="Roboto"/>
              <a:cs typeface="Roboto"/>
              <a:sym typeface="Roboto"/>
            </a:endParaRPr>
          </a:p>
          <a:p>
            <a:pPr marL="0" lvl="0" indent="0" algn="ctr" rtl="0">
              <a:spcBef>
                <a:spcPts val="0"/>
              </a:spcBef>
              <a:spcAft>
                <a:spcPts val="0"/>
              </a:spcAft>
              <a:buNone/>
            </a:pPr>
            <a:endParaRPr sz="1100" dirty="0">
              <a:latin typeface="Roboto"/>
              <a:ea typeface="Roboto"/>
              <a:cs typeface="Roboto"/>
              <a:sym typeface="Roboto"/>
            </a:endParaRPr>
          </a:p>
          <a:p>
            <a:pPr marL="0" lvl="0" indent="0" algn="just" rtl="0">
              <a:spcBef>
                <a:spcPts val="0"/>
              </a:spcBef>
              <a:spcAft>
                <a:spcPts val="0"/>
              </a:spcAft>
              <a:buNone/>
            </a:pPr>
            <a:r>
              <a:rPr lang="en" sz="1100" dirty="0">
                <a:latin typeface="Roboto"/>
                <a:ea typeface="Roboto"/>
                <a:cs typeface="Roboto"/>
                <a:sym typeface="Roboto"/>
              </a:rPr>
              <a:t>Although Magentic-One learns within a task, </a:t>
            </a:r>
            <a:r>
              <a:rPr lang="en" sz="1100" b="1" dirty="0">
                <a:latin typeface="Roboto"/>
                <a:ea typeface="Roboto"/>
                <a:cs typeface="Roboto"/>
                <a:sym typeface="Roboto"/>
              </a:rPr>
              <a:t>it forgets between tasks</a:t>
            </a:r>
            <a:r>
              <a:rPr lang="en" sz="1100" dirty="0">
                <a:latin typeface="Roboto"/>
                <a:ea typeface="Roboto"/>
                <a:cs typeface="Roboto"/>
                <a:sym typeface="Roboto"/>
              </a:rPr>
              <a:t>. Agents must repeatedly solve the same subtasks, causing errors and inefficiency. Adding long-term memory is a key future goal..</a:t>
            </a:r>
            <a:endParaRPr sz="1100" dirty="0">
              <a:latin typeface="Roboto"/>
              <a:ea typeface="Roboto"/>
              <a:cs typeface="Roboto"/>
              <a:sym typeface="Roboto"/>
            </a:endParaRPr>
          </a:p>
          <a:p>
            <a:pPr marL="0" lvl="0" indent="0" algn="ctr" rtl="0">
              <a:spcBef>
                <a:spcPts val="0"/>
              </a:spcBef>
              <a:spcAft>
                <a:spcPts val="0"/>
              </a:spcAft>
              <a:buNone/>
            </a:pPr>
            <a:endParaRPr sz="1100" b="1" dirty="0">
              <a:latin typeface="Roboto"/>
              <a:ea typeface="Roboto"/>
              <a:cs typeface="Roboto"/>
              <a:sym typeface="Roboto"/>
            </a:endParaRPr>
          </a:p>
        </p:txBody>
      </p:sp>
      <p:pic>
        <p:nvPicPr>
          <p:cNvPr id="594" name="Google Shape;594;p63" title="image-removebg-preview.png"/>
          <p:cNvPicPr preferRelativeResize="0"/>
          <p:nvPr/>
        </p:nvPicPr>
        <p:blipFill>
          <a:blip r:embed="rId3">
            <a:alphaModFix/>
          </a:blip>
          <a:stretch>
            <a:fillRect/>
          </a:stretch>
        </p:blipFill>
        <p:spPr>
          <a:xfrm>
            <a:off x="72250" y="4053250"/>
            <a:ext cx="1094900" cy="1064600"/>
          </a:xfrm>
          <a:prstGeom prst="rect">
            <a:avLst/>
          </a:prstGeom>
          <a:noFill/>
          <a:ln>
            <a:noFill/>
          </a:ln>
        </p:spPr>
      </p:pic>
      <p:pic>
        <p:nvPicPr>
          <p:cNvPr id="595" name="Google Shape;595;p63" title="image-removebg-preview.png"/>
          <p:cNvPicPr preferRelativeResize="0"/>
          <p:nvPr/>
        </p:nvPicPr>
        <p:blipFill>
          <a:blip r:embed="rId3">
            <a:alphaModFix/>
          </a:blip>
          <a:stretch>
            <a:fillRect/>
          </a:stretch>
        </p:blipFill>
        <p:spPr>
          <a:xfrm flipH="1">
            <a:off x="8073250" y="3977050"/>
            <a:ext cx="1094900" cy="1064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5"/>
                                        </p:tgtEl>
                                        <p:attrNameLst>
                                          <p:attrName>style.visibility</p:attrName>
                                        </p:attrNameLst>
                                      </p:cBhvr>
                                      <p:to>
                                        <p:strVal val="visible"/>
                                      </p:to>
                                    </p:set>
                                    <p:animEffect transition="in" filter="fade">
                                      <p:cBhvr>
                                        <p:cTn id="7" dur="500"/>
                                        <p:tgtEl>
                                          <p:spTgt spid="58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86"/>
                                        </p:tgtEl>
                                        <p:attrNameLst>
                                          <p:attrName>style.visibility</p:attrName>
                                        </p:attrNameLst>
                                      </p:cBhvr>
                                      <p:to>
                                        <p:strVal val="visible"/>
                                      </p:to>
                                    </p:set>
                                    <p:animEffect transition="in" filter="fade">
                                      <p:cBhvr>
                                        <p:cTn id="12" dur="1000"/>
                                        <p:tgtEl>
                                          <p:spTgt spid="586"/>
                                        </p:tgtEl>
                                      </p:cBhvr>
                                    </p:animEffect>
                                    <p:anim calcmode="lin" valueType="num">
                                      <p:cBhvr>
                                        <p:cTn id="13" dur="1000" fill="hold"/>
                                        <p:tgtEl>
                                          <p:spTgt spid="586"/>
                                        </p:tgtEl>
                                        <p:attrNameLst>
                                          <p:attrName>ppt_x</p:attrName>
                                        </p:attrNameLst>
                                      </p:cBhvr>
                                      <p:tavLst>
                                        <p:tav tm="0">
                                          <p:val>
                                            <p:strVal val="#ppt_x"/>
                                          </p:val>
                                        </p:tav>
                                        <p:tav tm="100000">
                                          <p:val>
                                            <p:strVal val="#ppt_x"/>
                                          </p:val>
                                        </p:tav>
                                      </p:tavLst>
                                    </p:anim>
                                    <p:anim calcmode="lin" valueType="num">
                                      <p:cBhvr>
                                        <p:cTn id="14" dur="1000" fill="hold"/>
                                        <p:tgtEl>
                                          <p:spTgt spid="58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87"/>
                                        </p:tgtEl>
                                        <p:attrNameLst>
                                          <p:attrName>style.visibility</p:attrName>
                                        </p:attrNameLst>
                                      </p:cBhvr>
                                      <p:to>
                                        <p:strVal val="visible"/>
                                      </p:to>
                                    </p:set>
                                    <p:animEffect transition="in" filter="fade">
                                      <p:cBhvr>
                                        <p:cTn id="19" dur="1000"/>
                                        <p:tgtEl>
                                          <p:spTgt spid="587"/>
                                        </p:tgtEl>
                                      </p:cBhvr>
                                    </p:animEffect>
                                    <p:anim calcmode="lin" valueType="num">
                                      <p:cBhvr>
                                        <p:cTn id="20" dur="1000" fill="hold"/>
                                        <p:tgtEl>
                                          <p:spTgt spid="587"/>
                                        </p:tgtEl>
                                        <p:attrNameLst>
                                          <p:attrName>ppt_x</p:attrName>
                                        </p:attrNameLst>
                                      </p:cBhvr>
                                      <p:tavLst>
                                        <p:tav tm="0">
                                          <p:val>
                                            <p:strVal val="#ppt_x"/>
                                          </p:val>
                                        </p:tav>
                                        <p:tav tm="100000">
                                          <p:val>
                                            <p:strVal val="#ppt_x"/>
                                          </p:val>
                                        </p:tav>
                                      </p:tavLst>
                                    </p:anim>
                                    <p:anim calcmode="lin" valueType="num">
                                      <p:cBhvr>
                                        <p:cTn id="21" dur="1000" fill="hold"/>
                                        <p:tgtEl>
                                          <p:spTgt spid="58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88"/>
                                        </p:tgtEl>
                                        <p:attrNameLst>
                                          <p:attrName>style.visibility</p:attrName>
                                        </p:attrNameLst>
                                      </p:cBhvr>
                                      <p:to>
                                        <p:strVal val="visible"/>
                                      </p:to>
                                    </p:set>
                                    <p:animEffect transition="in" filter="fade">
                                      <p:cBhvr>
                                        <p:cTn id="26" dur="1000"/>
                                        <p:tgtEl>
                                          <p:spTgt spid="588"/>
                                        </p:tgtEl>
                                      </p:cBhvr>
                                    </p:animEffect>
                                    <p:anim calcmode="lin" valueType="num">
                                      <p:cBhvr>
                                        <p:cTn id="27" dur="1000" fill="hold"/>
                                        <p:tgtEl>
                                          <p:spTgt spid="588"/>
                                        </p:tgtEl>
                                        <p:attrNameLst>
                                          <p:attrName>ppt_x</p:attrName>
                                        </p:attrNameLst>
                                      </p:cBhvr>
                                      <p:tavLst>
                                        <p:tav tm="0">
                                          <p:val>
                                            <p:strVal val="#ppt_x"/>
                                          </p:val>
                                        </p:tav>
                                        <p:tav tm="100000">
                                          <p:val>
                                            <p:strVal val="#ppt_x"/>
                                          </p:val>
                                        </p:tav>
                                      </p:tavLst>
                                    </p:anim>
                                    <p:anim calcmode="lin" valueType="num">
                                      <p:cBhvr>
                                        <p:cTn id="28" dur="1000" fill="hold"/>
                                        <p:tgtEl>
                                          <p:spTgt spid="58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90"/>
                                        </p:tgtEl>
                                        <p:attrNameLst>
                                          <p:attrName>style.visibility</p:attrName>
                                        </p:attrNameLst>
                                      </p:cBhvr>
                                      <p:to>
                                        <p:strVal val="visible"/>
                                      </p:to>
                                    </p:set>
                                    <p:animEffect transition="in" filter="fade">
                                      <p:cBhvr>
                                        <p:cTn id="33" dur="1000"/>
                                        <p:tgtEl>
                                          <p:spTgt spid="590"/>
                                        </p:tgtEl>
                                      </p:cBhvr>
                                    </p:animEffect>
                                    <p:anim calcmode="lin" valueType="num">
                                      <p:cBhvr>
                                        <p:cTn id="34" dur="1000" fill="hold"/>
                                        <p:tgtEl>
                                          <p:spTgt spid="590"/>
                                        </p:tgtEl>
                                        <p:attrNameLst>
                                          <p:attrName>ppt_x</p:attrName>
                                        </p:attrNameLst>
                                      </p:cBhvr>
                                      <p:tavLst>
                                        <p:tav tm="0">
                                          <p:val>
                                            <p:strVal val="#ppt_x"/>
                                          </p:val>
                                        </p:tav>
                                        <p:tav tm="100000">
                                          <p:val>
                                            <p:strVal val="#ppt_x"/>
                                          </p:val>
                                        </p:tav>
                                      </p:tavLst>
                                    </p:anim>
                                    <p:anim calcmode="lin" valueType="num">
                                      <p:cBhvr>
                                        <p:cTn id="35" dur="1000" fill="hold"/>
                                        <p:tgtEl>
                                          <p:spTgt spid="59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591"/>
                                        </p:tgtEl>
                                        <p:attrNameLst>
                                          <p:attrName>style.visibility</p:attrName>
                                        </p:attrNameLst>
                                      </p:cBhvr>
                                      <p:to>
                                        <p:strVal val="visible"/>
                                      </p:to>
                                    </p:set>
                                    <p:animEffect transition="in" filter="fade">
                                      <p:cBhvr>
                                        <p:cTn id="40" dur="1000"/>
                                        <p:tgtEl>
                                          <p:spTgt spid="591"/>
                                        </p:tgtEl>
                                      </p:cBhvr>
                                    </p:animEffect>
                                    <p:anim calcmode="lin" valueType="num">
                                      <p:cBhvr>
                                        <p:cTn id="41" dur="1000" fill="hold"/>
                                        <p:tgtEl>
                                          <p:spTgt spid="591"/>
                                        </p:tgtEl>
                                        <p:attrNameLst>
                                          <p:attrName>ppt_x</p:attrName>
                                        </p:attrNameLst>
                                      </p:cBhvr>
                                      <p:tavLst>
                                        <p:tav tm="0">
                                          <p:val>
                                            <p:strVal val="#ppt_x"/>
                                          </p:val>
                                        </p:tav>
                                        <p:tav tm="100000">
                                          <p:val>
                                            <p:strVal val="#ppt_x"/>
                                          </p:val>
                                        </p:tav>
                                      </p:tavLst>
                                    </p:anim>
                                    <p:anim calcmode="lin" valueType="num">
                                      <p:cBhvr>
                                        <p:cTn id="42" dur="1000" fill="hold"/>
                                        <p:tgtEl>
                                          <p:spTgt spid="59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592"/>
                                        </p:tgtEl>
                                        <p:attrNameLst>
                                          <p:attrName>style.visibility</p:attrName>
                                        </p:attrNameLst>
                                      </p:cBhvr>
                                      <p:to>
                                        <p:strVal val="visible"/>
                                      </p:to>
                                    </p:set>
                                    <p:animEffect transition="in" filter="fade">
                                      <p:cBhvr>
                                        <p:cTn id="47" dur="1000"/>
                                        <p:tgtEl>
                                          <p:spTgt spid="592"/>
                                        </p:tgtEl>
                                      </p:cBhvr>
                                    </p:animEffect>
                                    <p:anim calcmode="lin" valueType="num">
                                      <p:cBhvr>
                                        <p:cTn id="48" dur="1000" fill="hold"/>
                                        <p:tgtEl>
                                          <p:spTgt spid="592"/>
                                        </p:tgtEl>
                                        <p:attrNameLst>
                                          <p:attrName>ppt_x</p:attrName>
                                        </p:attrNameLst>
                                      </p:cBhvr>
                                      <p:tavLst>
                                        <p:tav tm="0">
                                          <p:val>
                                            <p:strVal val="#ppt_x"/>
                                          </p:val>
                                        </p:tav>
                                        <p:tav tm="100000">
                                          <p:val>
                                            <p:strVal val="#ppt_x"/>
                                          </p:val>
                                        </p:tav>
                                      </p:tavLst>
                                    </p:anim>
                                    <p:anim calcmode="lin" valueType="num">
                                      <p:cBhvr>
                                        <p:cTn id="49" dur="1000" fill="hold"/>
                                        <p:tgtEl>
                                          <p:spTgt spid="59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593"/>
                                        </p:tgtEl>
                                        <p:attrNameLst>
                                          <p:attrName>style.visibility</p:attrName>
                                        </p:attrNameLst>
                                      </p:cBhvr>
                                      <p:to>
                                        <p:strVal val="visible"/>
                                      </p:to>
                                    </p:set>
                                    <p:animEffect transition="in" filter="fade">
                                      <p:cBhvr>
                                        <p:cTn id="54" dur="1000"/>
                                        <p:tgtEl>
                                          <p:spTgt spid="593"/>
                                        </p:tgtEl>
                                      </p:cBhvr>
                                    </p:animEffect>
                                    <p:anim calcmode="lin" valueType="num">
                                      <p:cBhvr>
                                        <p:cTn id="55" dur="1000" fill="hold"/>
                                        <p:tgtEl>
                                          <p:spTgt spid="593"/>
                                        </p:tgtEl>
                                        <p:attrNameLst>
                                          <p:attrName>ppt_x</p:attrName>
                                        </p:attrNameLst>
                                      </p:cBhvr>
                                      <p:tavLst>
                                        <p:tav tm="0">
                                          <p:val>
                                            <p:strVal val="#ppt_x"/>
                                          </p:val>
                                        </p:tav>
                                        <p:tav tm="100000">
                                          <p:val>
                                            <p:strVal val="#ppt_x"/>
                                          </p:val>
                                        </p:tav>
                                      </p:tavLst>
                                    </p:anim>
                                    <p:anim calcmode="lin" valueType="num">
                                      <p:cBhvr>
                                        <p:cTn id="56" dur="1000" fill="hold"/>
                                        <p:tgtEl>
                                          <p:spTgt spid="59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 grpId="0"/>
      <p:bldP spid="586" grpId="0" animBg="1"/>
      <p:bldP spid="587" grpId="0" animBg="1"/>
      <p:bldP spid="588" grpId="0" animBg="1"/>
      <p:bldP spid="590" grpId="0" animBg="1"/>
      <p:bldP spid="591" grpId="0" animBg="1"/>
      <p:bldP spid="592" grpId="0" animBg="1"/>
      <p:bldP spid="59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99"/>
        <p:cNvGrpSpPr/>
        <p:nvPr/>
      </p:nvGrpSpPr>
      <p:grpSpPr>
        <a:xfrm>
          <a:off x="0" y="0"/>
          <a:ext cx="0" cy="0"/>
          <a:chOff x="0" y="0"/>
          <a:chExt cx="0" cy="0"/>
        </a:xfrm>
      </p:grpSpPr>
      <p:sp>
        <p:nvSpPr>
          <p:cNvPr id="600" name="Google Shape;600;p64"/>
          <p:cNvSpPr txBox="1"/>
          <p:nvPr/>
        </p:nvSpPr>
        <p:spPr>
          <a:xfrm>
            <a:off x="3110500" y="91625"/>
            <a:ext cx="3416700" cy="38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dirty="0">
                <a:solidFill>
                  <a:schemeClr val="lt1"/>
                </a:solidFill>
                <a:latin typeface="Space Grotesk Medium"/>
                <a:ea typeface="Space Grotesk Medium"/>
                <a:cs typeface="Space Grotesk Medium"/>
                <a:sym typeface="Space Grotesk Medium"/>
              </a:rPr>
              <a:t>Risks and </a:t>
            </a:r>
            <a:r>
              <a:rPr lang="en" sz="2100" b="1" dirty="0">
                <a:solidFill>
                  <a:schemeClr val="lt1"/>
                </a:solidFill>
                <a:latin typeface="Space Grotesk"/>
                <a:ea typeface="Space Grotesk"/>
                <a:cs typeface="Space Grotesk"/>
                <a:sym typeface="Space Grotesk"/>
              </a:rPr>
              <a:t>Mitigations</a:t>
            </a:r>
            <a:endParaRPr sz="2100" b="1" dirty="0">
              <a:solidFill>
                <a:schemeClr val="lt1"/>
              </a:solidFill>
              <a:latin typeface="Space Grotesk"/>
              <a:ea typeface="Space Grotesk"/>
              <a:cs typeface="Space Grotesk"/>
              <a:sym typeface="Space Grotesk"/>
            </a:endParaRPr>
          </a:p>
          <a:p>
            <a:pPr marL="0" lvl="0" indent="0" algn="l" rtl="0">
              <a:spcBef>
                <a:spcPts val="0"/>
              </a:spcBef>
              <a:spcAft>
                <a:spcPts val="0"/>
              </a:spcAft>
              <a:buNone/>
            </a:pPr>
            <a:endParaRPr sz="2100" dirty="0">
              <a:solidFill>
                <a:schemeClr val="lt1"/>
              </a:solidFill>
              <a:latin typeface="Space Grotesk Medium"/>
              <a:ea typeface="Space Grotesk Medium"/>
              <a:cs typeface="Space Grotesk Medium"/>
              <a:sym typeface="Space Grotesk Medium"/>
            </a:endParaRPr>
          </a:p>
        </p:txBody>
      </p:sp>
      <p:sp>
        <p:nvSpPr>
          <p:cNvPr id="601" name="Google Shape;601;p64"/>
          <p:cNvSpPr txBox="1"/>
          <p:nvPr/>
        </p:nvSpPr>
        <p:spPr>
          <a:xfrm>
            <a:off x="399375" y="811075"/>
            <a:ext cx="111300" cy="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latin typeface="Roboto"/>
              <a:ea typeface="Roboto"/>
              <a:cs typeface="Roboto"/>
              <a:sym typeface="Roboto"/>
            </a:endParaRPr>
          </a:p>
        </p:txBody>
      </p:sp>
      <p:cxnSp>
        <p:nvCxnSpPr>
          <p:cNvPr id="602" name="Google Shape;602;p64"/>
          <p:cNvCxnSpPr/>
          <p:nvPr/>
        </p:nvCxnSpPr>
        <p:spPr>
          <a:xfrm>
            <a:off x="4463575" y="989525"/>
            <a:ext cx="0" cy="3810000"/>
          </a:xfrm>
          <a:prstGeom prst="straightConnector1">
            <a:avLst/>
          </a:prstGeom>
          <a:noFill/>
          <a:ln w="38100" cap="flat" cmpd="sng">
            <a:solidFill>
              <a:schemeClr val="accent1"/>
            </a:solidFill>
            <a:prstDash val="solid"/>
            <a:round/>
            <a:headEnd type="none" w="med" len="med"/>
            <a:tailEnd type="none" w="med" len="med"/>
          </a:ln>
        </p:spPr>
      </p:cxnSp>
      <p:pic>
        <p:nvPicPr>
          <p:cNvPr id="603" name="Google Shape;603;p64" title="image-removebg-preview (2).png"/>
          <p:cNvPicPr preferRelativeResize="0"/>
          <p:nvPr/>
        </p:nvPicPr>
        <p:blipFill>
          <a:blip r:embed="rId3">
            <a:alphaModFix/>
          </a:blip>
          <a:stretch>
            <a:fillRect/>
          </a:stretch>
        </p:blipFill>
        <p:spPr>
          <a:xfrm>
            <a:off x="1294700" y="91275"/>
            <a:ext cx="845350" cy="709875"/>
          </a:xfrm>
          <a:prstGeom prst="rect">
            <a:avLst/>
          </a:prstGeom>
          <a:noFill/>
          <a:ln>
            <a:noFill/>
          </a:ln>
        </p:spPr>
      </p:pic>
      <p:sp>
        <p:nvSpPr>
          <p:cNvPr id="604" name="Google Shape;604;p64"/>
          <p:cNvSpPr/>
          <p:nvPr/>
        </p:nvSpPr>
        <p:spPr>
          <a:xfrm>
            <a:off x="399375" y="1029750"/>
            <a:ext cx="3492600" cy="562800"/>
          </a:xfrm>
          <a:prstGeom prst="rect">
            <a:avLst/>
          </a:prstGeom>
          <a:solidFill>
            <a:srgbClr val="EAD1DC"/>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latin typeface="Roboto"/>
                <a:ea typeface="Roboto"/>
                <a:cs typeface="Roboto"/>
                <a:sym typeface="Roboto"/>
              </a:rPr>
              <a:t>Prompt Injection / Jailbreaks</a:t>
            </a:r>
            <a:endParaRPr sz="1200" dirty="0">
              <a:latin typeface="Roboto"/>
              <a:ea typeface="Roboto"/>
              <a:cs typeface="Roboto"/>
              <a:sym typeface="Roboto"/>
            </a:endParaRPr>
          </a:p>
        </p:txBody>
      </p:sp>
      <p:sp>
        <p:nvSpPr>
          <p:cNvPr id="605" name="Google Shape;605;p64"/>
          <p:cNvSpPr/>
          <p:nvPr/>
        </p:nvSpPr>
        <p:spPr>
          <a:xfrm>
            <a:off x="437325" y="1831925"/>
            <a:ext cx="3416700" cy="562800"/>
          </a:xfrm>
          <a:prstGeom prst="rect">
            <a:avLst/>
          </a:prstGeom>
          <a:solidFill>
            <a:srgbClr val="99000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Phishing or Social Interaction Risk</a:t>
            </a:r>
            <a:endParaRPr sz="1200">
              <a:solidFill>
                <a:schemeClr val="lt1"/>
              </a:solidFill>
              <a:latin typeface="Roboto"/>
              <a:ea typeface="Roboto"/>
              <a:cs typeface="Roboto"/>
              <a:sym typeface="Roboto"/>
            </a:endParaRPr>
          </a:p>
        </p:txBody>
      </p:sp>
      <p:sp>
        <p:nvSpPr>
          <p:cNvPr id="606" name="Google Shape;606;p64"/>
          <p:cNvSpPr/>
          <p:nvPr/>
        </p:nvSpPr>
        <p:spPr>
          <a:xfrm>
            <a:off x="440875" y="2620900"/>
            <a:ext cx="3416700" cy="709800"/>
          </a:xfrm>
          <a:prstGeom prst="rect">
            <a:avLst/>
          </a:prstGeom>
          <a:solidFill>
            <a:srgbClr val="B6D7A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Repetitive Failed Logins / Account Lockouts</a:t>
            </a:r>
            <a:endParaRPr sz="1200">
              <a:latin typeface="Roboto"/>
              <a:ea typeface="Roboto"/>
              <a:cs typeface="Roboto"/>
              <a:sym typeface="Roboto"/>
            </a:endParaRPr>
          </a:p>
        </p:txBody>
      </p:sp>
      <p:sp>
        <p:nvSpPr>
          <p:cNvPr id="607" name="Google Shape;607;p64"/>
          <p:cNvSpPr/>
          <p:nvPr/>
        </p:nvSpPr>
        <p:spPr>
          <a:xfrm>
            <a:off x="440875" y="3556875"/>
            <a:ext cx="3416700" cy="562800"/>
          </a:xfrm>
          <a:prstGeom prst="rect">
            <a:avLst/>
          </a:prstGeom>
          <a:solidFill>
            <a:srgbClr val="FFE599"/>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Data Privacy Breaches</a:t>
            </a:r>
            <a:endParaRPr sz="1200">
              <a:latin typeface="Roboto"/>
              <a:ea typeface="Roboto"/>
              <a:cs typeface="Roboto"/>
              <a:sym typeface="Roboto"/>
            </a:endParaRPr>
          </a:p>
        </p:txBody>
      </p:sp>
      <p:sp>
        <p:nvSpPr>
          <p:cNvPr id="608" name="Google Shape;608;p64"/>
          <p:cNvSpPr/>
          <p:nvPr/>
        </p:nvSpPr>
        <p:spPr>
          <a:xfrm>
            <a:off x="5100404" y="1029750"/>
            <a:ext cx="3823072" cy="562800"/>
          </a:xfrm>
          <a:prstGeom prst="rect">
            <a:avLst/>
          </a:prstGeom>
          <a:solidFill>
            <a:srgbClr val="EAD1D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latin typeface="Roboto"/>
                <a:ea typeface="Roboto"/>
                <a:cs typeface="Roboto"/>
                <a:sym typeface="Roboto"/>
              </a:rPr>
              <a:t>Restrict agent permissions</a:t>
            </a:r>
            <a:endParaRPr sz="1100" dirty="0">
              <a:latin typeface="Roboto"/>
              <a:ea typeface="Roboto"/>
              <a:cs typeface="Roboto"/>
              <a:sym typeface="Roboto"/>
            </a:endParaRPr>
          </a:p>
          <a:p>
            <a:pPr lvl="0" algn="ctr"/>
            <a:r>
              <a:rPr lang="en-US" sz="1100" dirty="0">
                <a:latin typeface="Roboto"/>
                <a:ea typeface="Roboto"/>
                <a:cs typeface="Roboto"/>
                <a:sym typeface="Roboto"/>
              </a:rPr>
              <a:t>Run risky operations in secure, sandboxed environments</a:t>
            </a:r>
            <a:endParaRPr sz="1100" dirty="0">
              <a:latin typeface="Roboto"/>
              <a:ea typeface="Roboto"/>
              <a:cs typeface="Roboto"/>
              <a:sym typeface="Roboto"/>
            </a:endParaRPr>
          </a:p>
        </p:txBody>
      </p:sp>
      <p:pic>
        <p:nvPicPr>
          <p:cNvPr id="609" name="Google Shape;609;p64" title="image-removebg-preview (4).png"/>
          <p:cNvPicPr preferRelativeResize="0"/>
          <p:nvPr/>
        </p:nvPicPr>
        <p:blipFill>
          <a:blip r:embed="rId4">
            <a:alphaModFix/>
          </a:blip>
          <a:stretch>
            <a:fillRect/>
          </a:stretch>
        </p:blipFill>
        <p:spPr>
          <a:xfrm>
            <a:off x="6527200" y="91275"/>
            <a:ext cx="845351" cy="772833"/>
          </a:xfrm>
          <a:prstGeom prst="rect">
            <a:avLst/>
          </a:prstGeom>
          <a:noFill/>
          <a:ln>
            <a:noFill/>
          </a:ln>
        </p:spPr>
      </p:pic>
      <p:sp>
        <p:nvSpPr>
          <p:cNvPr id="610" name="Google Shape;610;p64"/>
          <p:cNvSpPr/>
          <p:nvPr/>
        </p:nvSpPr>
        <p:spPr>
          <a:xfrm>
            <a:off x="5237925" y="1831925"/>
            <a:ext cx="3416700" cy="562800"/>
          </a:xfrm>
          <a:prstGeom prst="rect">
            <a:avLst/>
          </a:prstGeom>
          <a:solidFill>
            <a:srgbClr val="99000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Limit agent access to sensitive actions</a:t>
            </a:r>
            <a:endParaRPr sz="1200">
              <a:solidFill>
                <a:schemeClr val="lt1"/>
              </a:solidFill>
              <a:latin typeface="Roboto"/>
              <a:ea typeface="Roboto"/>
              <a:cs typeface="Roboto"/>
              <a:sym typeface="Roboto"/>
            </a:endParaRPr>
          </a:p>
          <a:p>
            <a:pPr marL="0" lvl="0" indent="0" algn="ctr" rtl="0">
              <a:spcBef>
                <a:spcPts val="0"/>
              </a:spcBef>
              <a:spcAft>
                <a:spcPts val="0"/>
              </a:spcAft>
              <a:buNone/>
            </a:pPr>
            <a:r>
              <a:rPr lang="en" sz="1200">
                <a:solidFill>
                  <a:schemeClr val="lt1"/>
                </a:solidFill>
                <a:latin typeface="Roboto"/>
                <a:ea typeface="Roboto"/>
                <a:cs typeface="Roboto"/>
                <a:sym typeface="Roboto"/>
              </a:rPr>
              <a:t>Require human-in-the-loop for risky output</a:t>
            </a:r>
            <a:endParaRPr sz="1200">
              <a:solidFill>
                <a:schemeClr val="lt1"/>
              </a:solidFill>
              <a:latin typeface="Roboto"/>
              <a:ea typeface="Roboto"/>
              <a:cs typeface="Roboto"/>
              <a:sym typeface="Roboto"/>
            </a:endParaRPr>
          </a:p>
        </p:txBody>
      </p:sp>
      <p:sp>
        <p:nvSpPr>
          <p:cNvPr id="611" name="Google Shape;611;p64"/>
          <p:cNvSpPr/>
          <p:nvPr/>
        </p:nvSpPr>
        <p:spPr>
          <a:xfrm>
            <a:off x="5241475" y="2620900"/>
            <a:ext cx="3416700" cy="709800"/>
          </a:xfrm>
          <a:prstGeom prst="rect">
            <a:avLst/>
          </a:prstGeom>
          <a:solidFill>
            <a:srgbClr val="B6D7A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Add login attempt thresholds</a:t>
            </a:r>
            <a:endParaRPr sz="1200">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Monitor for repeated failures, auto-stop if detected</a:t>
            </a:r>
            <a:endParaRPr sz="1200">
              <a:latin typeface="Roboto"/>
              <a:ea typeface="Roboto"/>
              <a:cs typeface="Roboto"/>
              <a:sym typeface="Roboto"/>
            </a:endParaRPr>
          </a:p>
        </p:txBody>
      </p:sp>
      <p:sp>
        <p:nvSpPr>
          <p:cNvPr id="612" name="Google Shape;612;p64"/>
          <p:cNvSpPr/>
          <p:nvPr/>
        </p:nvSpPr>
        <p:spPr>
          <a:xfrm>
            <a:off x="5035176" y="3556875"/>
            <a:ext cx="3823072" cy="562800"/>
          </a:xfrm>
          <a:prstGeom prst="rect">
            <a:avLst/>
          </a:prstGeom>
          <a:solidFill>
            <a:srgbClr val="FFE599"/>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latin typeface="Roboto"/>
                <a:ea typeface="Roboto"/>
                <a:cs typeface="Roboto"/>
                <a:sym typeface="Roboto"/>
              </a:rPr>
              <a:t> Prevent agents from accessing or leaking sensitive files</a:t>
            </a:r>
            <a:endParaRPr sz="1100" dirty="0">
              <a:latin typeface="Roboto"/>
              <a:ea typeface="Roboto"/>
              <a:cs typeface="Roboto"/>
              <a:sym typeface="Roboto"/>
            </a:endParaRPr>
          </a:p>
          <a:p>
            <a:pPr marL="0" lvl="0" indent="0" algn="ctr" rtl="0">
              <a:spcBef>
                <a:spcPts val="0"/>
              </a:spcBef>
              <a:spcAft>
                <a:spcPts val="0"/>
              </a:spcAft>
              <a:buNone/>
            </a:pPr>
            <a:r>
              <a:rPr lang="en" sz="1100" dirty="0">
                <a:latin typeface="Roboto"/>
                <a:ea typeface="Roboto"/>
                <a:cs typeface="Roboto"/>
                <a:sym typeface="Roboto"/>
              </a:rPr>
              <a:t>Anonymize logs and outputs</a:t>
            </a:r>
            <a:endParaRPr sz="1100" dirty="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03"/>
                                        </p:tgtEl>
                                        <p:attrNameLst>
                                          <p:attrName>style.visibility</p:attrName>
                                        </p:attrNameLst>
                                      </p:cBhvr>
                                      <p:to>
                                        <p:strVal val="visible"/>
                                      </p:to>
                                    </p:set>
                                    <p:animEffect transition="in" filter="fade">
                                      <p:cBhvr>
                                        <p:cTn id="7" dur="1000"/>
                                        <p:tgtEl>
                                          <p:spTgt spid="603"/>
                                        </p:tgtEl>
                                      </p:cBhvr>
                                    </p:animEffect>
                                    <p:anim calcmode="lin" valueType="num">
                                      <p:cBhvr>
                                        <p:cTn id="8" dur="1000" fill="hold"/>
                                        <p:tgtEl>
                                          <p:spTgt spid="603"/>
                                        </p:tgtEl>
                                        <p:attrNameLst>
                                          <p:attrName>ppt_x</p:attrName>
                                        </p:attrNameLst>
                                      </p:cBhvr>
                                      <p:tavLst>
                                        <p:tav tm="0">
                                          <p:val>
                                            <p:strVal val="#ppt_x"/>
                                          </p:val>
                                        </p:tav>
                                        <p:tav tm="100000">
                                          <p:val>
                                            <p:strVal val="#ppt_x"/>
                                          </p:val>
                                        </p:tav>
                                      </p:tavLst>
                                    </p:anim>
                                    <p:anim calcmode="lin" valueType="num">
                                      <p:cBhvr>
                                        <p:cTn id="9" dur="1000" fill="hold"/>
                                        <p:tgtEl>
                                          <p:spTgt spid="60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00"/>
                                        </p:tgtEl>
                                        <p:attrNameLst>
                                          <p:attrName>style.visibility</p:attrName>
                                        </p:attrNameLst>
                                      </p:cBhvr>
                                      <p:to>
                                        <p:strVal val="visible"/>
                                      </p:to>
                                    </p:set>
                                    <p:animEffect transition="in" filter="fade">
                                      <p:cBhvr>
                                        <p:cTn id="12" dur="1000"/>
                                        <p:tgtEl>
                                          <p:spTgt spid="600"/>
                                        </p:tgtEl>
                                      </p:cBhvr>
                                    </p:animEffect>
                                    <p:anim calcmode="lin" valueType="num">
                                      <p:cBhvr>
                                        <p:cTn id="13" dur="1000" fill="hold"/>
                                        <p:tgtEl>
                                          <p:spTgt spid="600"/>
                                        </p:tgtEl>
                                        <p:attrNameLst>
                                          <p:attrName>ppt_x</p:attrName>
                                        </p:attrNameLst>
                                      </p:cBhvr>
                                      <p:tavLst>
                                        <p:tav tm="0">
                                          <p:val>
                                            <p:strVal val="#ppt_x"/>
                                          </p:val>
                                        </p:tav>
                                        <p:tav tm="100000">
                                          <p:val>
                                            <p:strVal val="#ppt_x"/>
                                          </p:val>
                                        </p:tav>
                                      </p:tavLst>
                                    </p:anim>
                                    <p:anim calcmode="lin" valueType="num">
                                      <p:cBhvr>
                                        <p:cTn id="14" dur="1000" fill="hold"/>
                                        <p:tgtEl>
                                          <p:spTgt spid="60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09"/>
                                        </p:tgtEl>
                                        <p:attrNameLst>
                                          <p:attrName>style.visibility</p:attrName>
                                        </p:attrNameLst>
                                      </p:cBhvr>
                                      <p:to>
                                        <p:strVal val="visible"/>
                                      </p:to>
                                    </p:set>
                                    <p:animEffect transition="in" filter="fade">
                                      <p:cBhvr>
                                        <p:cTn id="17" dur="1000"/>
                                        <p:tgtEl>
                                          <p:spTgt spid="609"/>
                                        </p:tgtEl>
                                      </p:cBhvr>
                                    </p:animEffect>
                                    <p:anim calcmode="lin" valueType="num">
                                      <p:cBhvr>
                                        <p:cTn id="18" dur="1000" fill="hold"/>
                                        <p:tgtEl>
                                          <p:spTgt spid="609"/>
                                        </p:tgtEl>
                                        <p:attrNameLst>
                                          <p:attrName>ppt_x</p:attrName>
                                        </p:attrNameLst>
                                      </p:cBhvr>
                                      <p:tavLst>
                                        <p:tav tm="0">
                                          <p:val>
                                            <p:strVal val="#ppt_x"/>
                                          </p:val>
                                        </p:tav>
                                        <p:tav tm="100000">
                                          <p:val>
                                            <p:strVal val="#ppt_x"/>
                                          </p:val>
                                        </p:tav>
                                      </p:tavLst>
                                    </p:anim>
                                    <p:anim calcmode="lin" valueType="num">
                                      <p:cBhvr>
                                        <p:cTn id="19" dur="1000" fill="hold"/>
                                        <p:tgtEl>
                                          <p:spTgt spid="60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04"/>
                                        </p:tgtEl>
                                        <p:attrNameLst>
                                          <p:attrName>style.visibility</p:attrName>
                                        </p:attrNameLst>
                                      </p:cBhvr>
                                      <p:to>
                                        <p:strVal val="visible"/>
                                      </p:to>
                                    </p:set>
                                    <p:animEffect transition="in" filter="fade">
                                      <p:cBhvr>
                                        <p:cTn id="24" dur="1000"/>
                                        <p:tgtEl>
                                          <p:spTgt spid="604"/>
                                        </p:tgtEl>
                                      </p:cBhvr>
                                    </p:animEffect>
                                    <p:anim calcmode="lin" valueType="num">
                                      <p:cBhvr>
                                        <p:cTn id="25" dur="1000" fill="hold"/>
                                        <p:tgtEl>
                                          <p:spTgt spid="604"/>
                                        </p:tgtEl>
                                        <p:attrNameLst>
                                          <p:attrName>ppt_x</p:attrName>
                                        </p:attrNameLst>
                                      </p:cBhvr>
                                      <p:tavLst>
                                        <p:tav tm="0">
                                          <p:val>
                                            <p:strVal val="#ppt_x"/>
                                          </p:val>
                                        </p:tav>
                                        <p:tav tm="100000">
                                          <p:val>
                                            <p:strVal val="#ppt_x"/>
                                          </p:val>
                                        </p:tav>
                                      </p:tavLst>
                                    </p:anim>
                                    <p:anim calcmode="lin" valueType="num">
                                      <p:cBhvr>
                                        <p:cTn id="26" dur="1000" fill="hold"/>
                                        <p:tgtEl>
                                          <p:spTgt spid="60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608"/>
                                        </p:tgtEl>
                                        <p:attrNameLst>
                                          <p:attrName>style.visibility</p:attrName>
                                        </p:attrNameLst>
                                      </p:cBhvr>
                                      <p:to>
                                        <p:strVal val="visible"/>
                                      </p:to>
                                    </p:set>
                                    <p:animEffect transition="in" filter="fade">
                                      <p:cBhvr>
                                        <p:cTn id="29" dur="1000"/>
                                        <p:tgtEl>
                                          <p:spTgt spid="608"/>
                                        </p:tgtEl>
                                      </p:cBhvr>
                                    </p:animEffect>
                                    <p:anim calcmode="lin" valueType="num">
                                      <p:cBhvr>
                                        <p:cTn id="30" dur="1000" fill="hold"/>
                                        <p:tgtEl>
                                          <p:spTgt spid="608"/>
                                        </p:tgtEl>
                                        <p:attrNameLst>
                                          <p:attrName>ppt_x</p:attrName>
                                        </p:attrNameLst>
                                      </p:cBhvr>
                                      <p:tavLst>
                                        <p:tav tm="0">
                                          <p:val>
                                            <p:strVal val="#ppt_x"/>
                                          </p:val>
                                        </p:tav>
                                        <p:tav tm="100000">
                                          <p:val>
                                            <p:strVal val="#ppt_x"/>
                                          </p:val>
                                        </p:tav>
                                      </p:tavLst>
                                    </p:anim>
                                    <p:anim calcmode="lin" valueType="num">
                                      <p:cBhvr>
                                        <p:cTn id="31" dur="1000" fill="hold"/>
                                        <p:tgtEl>
                                          <p:spTgt spid="60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605"/>
                                        </p:tgtEl>
                                        <p:attrNameLst>
                                          <p:attrName>style.visibility</p:attrName>
                                        </p:attrNameLst>
                                      </p:cBhvr>
                                      <p:to>
                                        <p:strVal val="visible"/>
                                      </p:to>
                                    </p:set>
                                    <p:animEffect transition="in" filter="fade">
                                      <p:cBhvr>
                                        <p:cTn id="36" dur="1000"/>
                                        <p:tgtEl>
                                          <p:spTgt spid="605"/>
                                        </p:tgtEl>
                                      </p:cBhvr>
                                    </p:animEffect>
                                    <p:anim calcmode="lin" valueType="num">
                                      <p:cBhvr>
                                        <p:cTn id="37" dur="1000" fill="hold"/>
                                        <p:tgtEl>
                                          <p:spTgt spid="605"/>
                                        </p:tgtEl>
                                        <p:attrNameLst>
                                          <p:attrName>ppt_x</p:attrName>
                                        </p:attrNameLst>
                                      </p:cBhvr>
                                      <p:tavLst>
                                        <p:tav tm="0">
                                          <p:val>
                                            <p:strVal val="#ppt_x"/>
                                          </p:val>
                                        </p:tav>
                                        <p:tav tm="100000">
                                          <p:val>
                                            <p:strVal val="#ppt_x"/>
                                          </p:val>
                                        </p:tav>
                                      </p:tavLst>
                                    </p:anim>
                                    <p:anim calcmode="lin" valueType="num">
                                      <p:cBhvr>
                                        <p:cTn id="38" dur="1000" fill="hold"/>
                                        <p:tgtEl>
                                          <p:spTgt spid="605"/>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610"/>
                                        </p:tgtEl>
                                        <p:attrNameLst>
                                          <p:attrName>style.visibility</p:attrName>
                                        </p:attrNameLst>
                                      </p:cBhvr>
                                      <p:to>
                                        <p:strVal val="visible"/>
                                      </p:to>
                                    </p:set>
                                    <p:animEffect transition="in" filter="fade">
                                      <p:cBhvr>
                                        <p:cTn id="41" dur="1000"/>
                                        <p:tgtEl>
                                          <p:spTgt spid="610"/>
                                        </p:tgtEl>
                                      </p:cBhvr>
                                    </p:animEffect>
                                    <p:anim calcmode="lin" valueType="num">
                                      <p:cBhvr>
                                        <p:cTn id="42" dur="1000" fill="hold"/>
                                        <p:tgtEl>
                                          <p:spTgt spid="610"/>
                                        </p:tgtEl>
                                        <p:attrNameLst>
                                          <p:attrName>ppt_x</p:attrName>
                                        </p:attrNameLst>
                                      </p:cBhvr>
                                      <p:tavLst>
                                        <p:tav tm="0">
                                          <p:val>
                                            <p:strVal val="#ppt_x"/>
                                          </p:val>
                                        </p:tav>
                                        <p:tav tm="100000">
                                          <p:val>
                                            <p:strVal val="#ppt_x"/>
                                          </p:val>
                                        </p:tav>
                                      </p:tavLst>
                                    </p:anim>
                                    <p:anim calcmode="lin" valueType="num">
                                      <p:cBhvr>
                                        <p:cTn id="43" dur="1000" fill="hold"/>
                                        <p:tgtEl>
                                          <p:spTgt spid="610"/>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606"/>
                                        </p:tgtEl>
                                        <p:attrNameLst>
                                          <p:attrName>style.visibility</p:attrName>
                                        </p:attrNameLst>
                                      </p:cBhvr>
                                      <p:to>
                                        <p:strVal val="visible"/>
                                      </p:to>
                                    </p:set>
                                    <p:animEffect transition="in" filter="fade">
                                      <p:cBhvr>
                                        <p:cTn id="48" dur="1000"/>
                                        <p:tgtEl>
                                          <p:spTgt spid="606"/>
                                        </p:tgtEl>
                                      </p:cBhvr>
                                    </p:animEffect>
                                    <p:anim calcmode="lin" valueType="num">
                                      <p:cBhvr>
                                        <p:cTn id="49" dur="1000" fill="hold"/>
                                        <p:tgtEl>
                                          <p:spTgt spid="606"/>
                                        </p:tgtEl>
                                        <p:attrNameLst>
                                          <p:attrName>ppt_x</p:attrName>
                                        </p:attrNameLst>
                                      </p:cBhvr>
                                      <p:tavLst>
                                        <p:tav tm="0">
                                          <p:val>
                                            <p:strVal val="#ppt_x"/>
                                          </p:val>
                                        </p:tav>
                                        <p:tav tm="100000">
                                          <p:val>
                                            <p:strVal val="#ppt_x"/>
                                          </p:val>
                                        </p:tav>
                                      </p:tavLst>
                                    </p:anim>
                                    <p:anim calcmode="lin" valueType="num">
                                      <p:cBhvr>
                                        <p:cTn id="50" dur="1000" fill="hold"/>
                                        <p:tgtEl>
                                          <p:spTgt spid="606"/>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611"/>
                                        </p:tgtEl>
                                        <p:attrNameLst>
                                          <p:attrName>style.visibility</p:attrName>
                                        </p:attrNameLst>
                                      </p:cBhvr>
                                      <p:to>
                                        <p:strVal val="visible"/>
                                      </p:to>
                                    </p:set>
                                    <p:animEffect transition="in" filter="fade">
                                      <p:cBhvr>
                                        <p:cTn id="53" dur="1000"/>
                                        <p:tgtEl>
                                          <p:spTgt spid="611"/>
                                        </p:tgtEl>
                                      </p:cBhvr>
                                    </p:animEffect>
                                    <p:anim calcmode="lin" valueType="num">
                                      <p:cBhvr>
                                        <p:cTn id="54" dur="1000" fill="hold"/>
                                        <p:tgtEl>
                                          <p:spTgt spid="611"/>
                                        </p:tgtEl>
                                        <p:attrNameLst>
                                          <p:attrName>ppt_x</p:attrName>
                                        </p:attrNameLst>
                                      </p:cBhvr>
                                      <p:tavLst>
                                        <p:tav tm="0">
                                          <p:val>
                                            <p:strVal val="#ppt_x"/>
                                          </p:val>
                                        </p:tav>
                                        <p:tav tm="100000">
                                          <p:val>
                                            <p:strVal val="#ppt_x"/>
                                          </p:val>
                                        </p:tav>
                                      </p:tavLst>
                                    </p:anim>
                                    <p:anim calcmode="lin" valueType="num">
                                      <p:cBhvr>
                                        <p:cTn id="55" dur="1000" fill="hold"/>
                                        <p:tgtEl>
                                          <p:spTgt spid="611"/>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607"/>
                                        </p:tgtEl>
                                        <p:attrNameLst>
                                          <p:attrName>style.visibility</p:attrName>
                                        </p:attrNameLst>
                                      </p:cBhvr>
                                      <p:to>
                                        <p:strVal val="visible"/>
                                      </p:to>
                                    </p:set>
                                    <p:animEffect transition="in" filter="fade">
                                      <p:cBhvr>
                                        <p:cTn id="60" dur="1000"/>
                                        <p:tgtEl>
                                          <p:spTgt spid="607"/>
                                        </p:tgtEl>
                                      </p:cBhvr>
                                    </p:animEffect>
                                    <p:anim calcmode="lin" valueType="num">
                                      <p:cBhvr>
                                        <p:cTn id="61" dur="1000" fill="hold"/>
                                        <p:tgtEl>
                                          <p:spTgt spid="607"/>
                                        </p:tgtEl>
                                        <p:attrNameLst>
                                          <p:attrName>ppt_x</p:attrName>
                                        </p:attrNameLst>
                                      </p:cBhvr>
                                      <p:tavLst>
                                        <p:tav tm="0">
                                          <p:val>
                                            <p:strVal val="#ppt_x"/>
                                          </p:val>
                                        </p:tav>
                                        <p:tav tm="100000">
                                          <p:val>
                                            <p:strVal val="#ppt_x"/>
                                          </p:val>
                                        </p:tav>
                                      </p:tavLst>
                                    </p:anim>
                                    <p:anim calcmode="lin" valueType="num">
                                      <p:cBhvr>
                                        <p:cTn id="62" dur="1000" fill="hold"/>
                                        <p:tgtEl>
                                          <p:spTgt spid="607"/>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612"/>
                                        </p:tgtEl>
                                        <p:attrNameLst>
                                          <p:attrName>style.visibility</p:attrName>
                                        </p:attrNameLst>
                                      </p:cBhvr>
                                      <p:to>
                                        <p:strVal val="visible"/>
                                      </p:to>
                                    </p:set>
                                    <p:animEffect transition="in" filter="fade">
                                      <p:cBhvr>
                                        <p:cTn id="65" dur="1000"/>
                                        <p:tgtEl>
                                          <p:spTgt spid="612"/>
                                        </p:tgtEl>
                                      </p:cBhvr>
                                    </p:animEffect>
                                    <p:anim calcmode="lin" valueType="num">
                                      <p:cBhvr>
                                        <p:cTn id="66" dur="1000" fill="hold"/>
                                        <p:tgtEl>
                                          <p:spTgt spid="612"/>
                                        </p:tgtEl>
                                        <p:attrNameLst>
                                          <p:attrName>ppt_x</p:attrName>
                                        </p:attrNameLst>
                                      </p:cBhvr>
                                      <p:tavLst>
                                        <p:tav tm="0">
                                          <p:val>
                                            <p:strVal val="#ppt_x"/>
                                          </p:val>
                                        </p:tav>
                                        <p:tav tm="100000">
                                          <p:val>
                                            <p:strVal val="#ppt_x"/>
                                          </p:val>
                                        </p:tav>
                                      </p:tavLst>
                                    </p:anim>
                                    <p:anim calcmode="lin" valueType="num">
                                      <p:cBhvr>
                                        <p:cTn id="67" dur="1000" fill="hold"/>
                                        <p:tgtEl>
                                          <p:spTgt spid="6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 grpId="0"/>
      <p:bldP spid="604" grpId="0" animBg="1"/>
      <p:bldP spid="605" grpId="0" animBg="1"/>
      <p:bldP spid="606" grpId="0" animBg="1"/>
      <p:bldP spid="607" grpId="0" animBg="1"/>
      <p:bldP spid="608" grpId="0" animBg="1"/>
      <p:bldP spid="610" grpId="0" animBg="1"/>
      <p:bldP spid="611" grpId="0" animBg="1"/>
      <p:bldP spid="6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616"/>
        <p:cNvGrpSpPr/>
        <p:nvPr/>
      </p:nvGrpSpPr>
      <p:grpSpPr>
        <a:xfrm>
          <a:off x="0" y="0"/>
          <a:ext cx="0" cy="0"/>
          <a:chOff x="0" y="0"/>
          <a:chExt cx="0" cy="0"/>
        </a:xfrm>
      </p:grpSpPr>
      <p:sp>
        <p:nvSpPr>
          <p:cNvPr id="617" name="Google Shape;617;p65"/>
          <p:cNvSpPr txBox="1"/>
          <p:nvPr/>
        </p:nvSpPr>
        <p:spPr>
          <a:xfrm>
            <a:off x="3479525" y="106000"/>
            <a:ext cx="2053500" cy="48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dirty="0">
                <a:solidFill>
                  <a:schemeClr val="accent2"/>
                </a:solidFill>
                <a:latin typeface="STIX Two Text"/>
                <a:ea typeface="STIX Two Text"/>
                <a:cs typeface="STIX Two Text"/>
                <a:sym typeface="STIX Two Text"/>
              </a:rPr>
              <a:t>Conclusions</a:t>
            </a:r>
            <a:endParaRPr sz="2100" b="1" dirty="0">
              <a:solidFill>
                <a:schemeClr val="accent2"/>
              </a:solidFill>
              <a:latin typeface="STIX Two Text"/>
              <a:ea typeface="STIX Two Text"/>
              <a:cs typeface="STIX Two Text"/>
              <a:sym typeface="STIX Two Text"/>
            </a:endParaRPr>
          </a:p>
        </p:txBody>
      </p:sp>
      <p:sp>
        <p:nvSpPr>
          <p:cNvPr id="618" name="Google Shape;618;p65"/>
          <p:cNvSpPr txBox="1"/>
          <p:nvPr/>
        </p:nvSpPr>
        <p:spPr>
          <a:xfrm>
            <a:off x="578775" y="951249"/>
            <a:ext cx="7997400" cy="23729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rPr>
              <a:t>Magentic-One demonstrates </a:t>
            </a:r>
            <a:r>
              <a:rPr lang="en" i="1" dirty="0">
                <a:solidFill>
                  <a:schemeClr val="accent2"/>
                </a:solidFill>
                <a:latin typeface="Roboto" panose="02000000000000000000" pitchFamily="2" charset="0"/>
                <a:ea typeface="Roboto" panose="02000000000000000000" pitchFamily="2" charset="0"/>
                <a:cs typeface="Roboto" panose="02000000000000000000" pitchFamily="2" charset="0"/>
                <a:sym typeface="STIX Two Text Medium"/>
              </a:rPr>
              <a:t>strong, generalist multi-agent capabilities</a:t>
            </a:r>
            <a:r>
              <a:rPr lang="en"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rPr>
              <a:t> and </a:t>
            </a:r>
            <a:r>
              <a:rPr lang="en" dirty="0">
                <a:solidFill>
                  <a:schemeClr val="accent2"/>
                </a:solidFill>
                <a:latin typeface="Roboto" panose="02000000000000000000" pitchFamily="2" charset="0"/>
                <a:ea typeface="Roboto" panose="02000000000000000000" pitchFamily="2" charset="0"/>
                <a:cs typeface="Roboto" panose="02000000000000000000" pitchFamily="2" charset="0"/>
                <a:sym typeface="STIX Two Text Medium"/>
              </a:rPr>
              <a:t>competitive benchmark </a:t>
            </a:r>
            <a:r>
              <a:rPr lang="en"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rPr>
              <a:t>performance across diverse, open-ended web and file-based tasks, while also highlighting the value of modular agent design, practical limitations, and the importance of responsible risk mitigation—marking a significant step forward in agentic AI research.</a:t>
            </a:r>
            <a:endParaRPr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endParaRPr>
          </a:p>
          <a:p>
            <a:pPr marL="0" lvl="0" indent="0" algn="l" rtl="0">
              <a:spcBef>
                <a:spcPts val="0"/>
              </a:spcBef>
              <a:spcAft>
                <a:spcPts val="0"/>
              </a:spcAft>
              <a:buNone/>
            </a:pPr>
            <a:endParaRPr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endParaRPr>
          </a:p>
          <a:p>
            <a:pPr marL="0" lvl="0" indent="0" algn="l" rtl="0">
              <a:spcBef>
                <a:spcPts val="0"/>
              </a:spcBef>
              <a:spcAft>
                <a:spcPts val="0"/>
              </a:spcAft>
              <a:buNone/>
            </a:pPr>
            <a:r>
              <a:rPr lang="en"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rPr>
              <a:t>The authors acknowledged </a:t>
            </a:r>
            <a:r>
              <a:rPr lang="en" i="1" dirty="0">
                <a:solidFill>
                  <a:schemeClr val="accent2"/>
                </a:solidFill>
                <a:latin typeface="Roboto" panose="02000000000000000000" pitchFamily="2" charset="0"/>
                <a:ea typeface="Roboto" panose="02000000000000000000" pitchFamily="2" charset="0"/>
                <a:cs typeface="Roboto" panose="02000000000000000000" pitchFamily="2" charset="0"/>
                <a:sym typeface="STIX Two Text Medium"/>
              </a:rPr>
              <a:t>practical limitations and risks </a:t>
            </a:r>
            <a:r>
              <a:rPr lang="en"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rPr>
              <a:t>of generalist AI agents, including safety </a:t>
            </a:r>
            <a:r>
              <a:rPr lang="en" dirty="0">
                <a:solidFill>
                  <a:schemeClr val="accent2"/>
                </a:solidFill>
                <a:latin typeface="Roboto" panose="02000000000000000000" pitchFamily="2" charset="0"/>
                <a:ea typeface="Roboto" panose="02000000000000000000" pitchFamily="2" charset="0"/>
                <a:cs typeface="Roboto" panose="02000000000000000000" pitchFamily="2" charset="0"/>
                <a:sym typeface="STIX Two Text Medium"/>
              </a:rPr>
              <a:t>concerns and error repetition</a:t>
            </a:r>
            <a:r>
              <a:rPr lang="en"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rPr>
              <a:t>, and proposed strategies like sandboxing, human-in-the-loop review, and authenticity checks to address them.</a:t>
            </a:r>
          </a:p>
          <a:p>
            <a:pPr marL="0" lvl="0" indent="0" algn="l" rtl="0">
              <a:spcBef>
                <a:spcPts val="0"/>
              </a:spcBef>
              <a:spcAft>
                <a:spcPts val="0"/>
              </a:spcAft>
              <a:buNone/>
            </a:pPr>
            <a:endParaRPr lang="en"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endParaRPr>
          </a:p>
          <a:p>
            <a:pPr lvl="0"/>
            <a:r>
              <a:rPr lang="en-US"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rPr>
              <a:t>Future work will focus on improving agent collaboration, expanding toolsets, enhancing safety, and bridging the performance gap with humans.</a:t>
            </a:r>
            <a:endParaRPr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endParaRPr>
          </a:p>
          <a:p>
            <a:pPr marL="0" lvl="0" indent="0" algn="l" rtl="0">
              <a:spcBef>
                <a:spcPts val="0"/>
              </a:spcBef>
              <a:spcAft>
                <a:spcPts val="0"/>
              </a:spcAft>
              <a:buNone/>
            </a:pPr>
            <a:endParaRPr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endParaRPr>
          </a:p>
          <a:p>
            <a:pPr marL="0" lvl="0" indent="0" algn="l" rtl="0">
              <a:spcBef>
                <a:spcPts val="0"/>
              </a:spcBef>
              <a:spcAft>
                <a:spcPts val="0"/>
              </a:spcAft>
              <a:buNone/>
            </a:pPr>
            <a:endParaRPr dirty="0">
              <a:solidFill>
                <a:schemeClr val="lt1"/>
              </a:solidFill>
              <a:latin typeface="Roboto" panose="02000000000000000000" pitchFamily="2" charset="0"/>
              <a:ea typeface="Roboto" panose="02000000000000000000" pitchFamily="2" charset="0"/>
              <a:cs typeface="Roboto" panose="02000000000000000000" pitchFamily="2" charset="0"/>
              <a:sym typeface="STIX Two Text Mediu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17"/>
                                        </p:tgtEl>
                                        <p:attrNameLst>
                                          <p:attrName>style.visibility</p:attrName>
                                        </p:attrNameLst>
                                      </p:cBhvr>
                                      <p:to>
                                        <p:strVal val="visible"/>
                                      </p:to>
                                    </p:set>
                                    <p:animEffect transition="in" filter="fade">
                                      <p:cBhvr>
                                        <p:cTn id="7" dur="1000"/>
                                        <p:tgtEl>
                                          <p:spTgt spid="617"/>
                                        </p:tgtEl>
                                      </p:cBhvr>
                                    </p:animEffect>
                                    <p:anim calcmode="lin" valueType="num">
                                      <p:cBhvr>
                                        <p:cTn id="8" dur="1000" fill="hold"/>
                                        <p:tgtEl>
                                          <p:spTgt spid="617"/>
                                        </p:tgtEl>
                                        <p:attrNameLst>
                                          <p:attrName>ppt_x</p:attrName>
                                        </p:attrNameLst>
                                      </p:cBhvr>
                                      <p:tavLst>
                                        <p:tav tm="0">
                                          <p:val>
                                            <p:strVal val="#ppt_x"/>
                                          </p:val>
                                        </p:tav>
                                        <p:tav tm="100000">
                                          <p:val>
                                            <p:strVal val="#ppt_x"/>
                                          </p:val>
                                        </p:tav>
                                      </p:tavLst>
                                    </p:anim>
                                    <p:anim calcmode="lin" valueType="num">
                                      <p:cBhvr>
                                        <p:cTn id="9" dur="1000" fill="hold"/>
                                        <p:tgtEl>
                                          <p:spTgt spid="6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18"/>
                                        </p:tgtEl>
                                        <p:attrNameLst>
                                          <p:attrName>style.visibility</p:attrName>
                                        </p:attrNameLst>
                                      </p:cBhvr>
                                      <p:to>
                                        <p:strVal val="visible"/>
                                      </p:to>
                                    </p:set>
                                    <p:animEffect transition="in" filter="fade">
                                      <p:cBhvr>
                                        <p:cTn id="14" dur="500"/>
                                        <p:tgtEl>
                                          <p:spTgt spid="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 grpId="0"/>
      <p:bldP spid="618"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622"/>
        <p:cNvGrpSpPr/>
        <p:nvPr/>
      </p:nvGrpSpPr>
      <p:grpSpPr>
        <a:xfrm>
          <a:off x="0" y="0"/>
          <a:ext cx="0" cy="0"/>
          <a:chOff x="0" y="0"/>
          <a:chExt cx="0" cy="0"/>
        </a:xfrm>
      </p:grpSpPr>
      <p:sp>
        <p:nvSpPr>
          <p:cNvPr id="623" name="Google Shape;623;p66"/>
          <p:cNvSpPr txBox="1"/>
          <p:nvPr/>
        </p:nvSpPr>
        <p:spPr>
          <a:xfrm>
            <a:off x="3034225" y="155475"/>
            <a:ext cx="2832900" cy="5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chemeClr val="lt1"/>
                </a:solidFill>
                <a:latin typeface="STIX Two Text Medium"/>
                <a:ea typeface="STIX Two Text Medium"/>
                <a:cs typeface="STIX Two Text Medium"/>
                <a:sym typeface="STIX Two Text Medium"/>
              </a:rPr>
              <a:t>Video </a:t>
            </a:r>
            <a:r>
              <a:rPr lang="en" sz="2100">
                <a:solidFill>
                  <a:schemeClr val="accent2"/>
                </a:solidFill>
                <a:latin typeface="STIX Two Text Medium"/>
                <a:ea typeface="STIX Two Text Medium"/>
                <a:cs typeface="STIX Two Text Medium"/>
                <a:sym typeface="STIX Two Text Medium"/>
              </a:rPr>
              <a:t>Demonstration</a:t>
            </a:r>
            <a:endParaRPr sz="2100">
              <a:solidFill>
                <a:schemeClr val="accent2"/>
              </a:solidFill>
              <a:latin typeface="STIX Two Text Medium"/>
              <a:ea typeface="STIX Two Text Medium"/>
              <a:cs typeface="STIX Two Text Medium"/>
              <a:sym typeface="STIX Two Text Medium"/>
            </a:endParaRPr>
          </a:p>
        </p:txBody>
      </p:sp>
      <p:pic>
        <p:nvPicPr>
          <p:cNvPr id="624" name="Google Shape;624;p66" descr="This video shows how to locally install Magentic-One which is a generalist multi-agent system for solving open-ended web and file-based tasks across a variety of domains.&#10;&#10;🔥 Get 50% Discount on any A6000 or A5000 GPU rental, use following link and coupon:&#10;&#10;https://bit.ly/fahd-mirza&#10;Coupon code: FahdMirza&#10;&#10;🚀 This video is sponsored by AgentQL, an AI-powered query language for getting structured data from live web pages. https://bit.ly/48cIIaO&#10;&#10;🔥 Buy Me a Coffee to support the channel: https://ko-fi.com/fahdmirza&#10;&#10;▶ Become a Patron 🔥 - https://patreon.com/FahdMirza&#10;&#10;#magenticone #magentic &#10;&#10;PLEASE FOLLOW ME: &#10;▶ LinkedIn:  https://www.linkedin.com/in/fahdmirza/&#10;▶ YouTube: https://www.youtube.com/@fahdmirza&#10;▶ Blog: https://www.fahdmirza.com&#10;&#10;RELATED VIDEOS:&#10;&#10;▶ Resource https://github.com/microsoft/autogen/tree/main/python/packages/autogen-magentic-one&#10;&#10;All rights reserved © Fahd Mirza" title="Microsoft Magentic-One - Multiagent AI System - Install Locally">
            <a:hlinkClick r:id="rId3"/>
          </p:cNvPr>
          <p:cNvPicPr preferRelativeResize="0"/>
          <p:nvPr/>
        </p:nvPicPr>
        <p:blipFill>
          <a:blip r:embed="rId4">
            <a:alphaModFix/>
          </a:blip>
          <a:stretch>
            <a:fillRect/>
          </a:stretch>
        </p:blipFill>
        <p:spPr>
          <a:xfrm>
            <a:off x="1017175" y="783625"/>
            <a:ext cx="7261975" cy="4023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4"/>
                                        </p:tgtEl>
                                        <p:attrNameLst>
                                          <p:attrName>style.visibility</p:attrName>
                                        </p:attrNameLst>
                                      </p:cBhvr>
                                      <p:to>
                                        <p:strVal val="visible"/>
                                      </p:to>
                                    </p:set>
                                    <p:animEffect transition="in" filter="fade">
                                      <p:cBhvr>
                                        <p:cTn id="7" dur="1000"/>
                                        <p:tgtEl>
                                          <p:spTgt spid="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67"/>
          <p:cNvSpPr txBox="1"/>
          <p:nvPr/>
        </p:nvSpPr>
        <p:spPr>
          <a:xfrm>
            <a:off x="3731725" y="152675"/>
            <a:ext cx="1519200" cy="70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a:solidFill>
                  <a:schemeClr val="accent2"/>
                </a:solidFill>
                <a:latin typeface="STIX Two Text"/>
                <a:ea typeface="STIX Two Text"/>
                <a:cs typeface="STIX Two Text"/>
                <a:sym typeface="STIX Two Text"/>
              </a:rPr>
              <a:t>Resources</a:t>
            </a:r>
            <a:endParaRPr sz="2100" b="1">
              <a:solidFill>
                <a:schemeClr val="accent2"/>
              </a:solidFill>
              <a:latin typeface="STIX Two Text"/>
              <a:ea typeface="STIX Two Text"/>
              <a:cs typeface="STIX Two Text"/>
              <a:sym typeface="STIX Two Text"/>
            </a:endParaRPr>
          </a:p>
        </p:txBody>
      </p:sp>
      <p:sp>
        <p:nvSpPr>
          <p:cNvPr id="630" name="Google Shape;630;p67"/>
          <p:cNvSpPr txBox="1"/>
          <p:nvPr/>
        </p:nvSpPr>
        <p:spPr>
          <a:xfrm>
            <a:off x="194977" y="860675"/>
            <a:ext cx="8752500" cy="59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STIX Two Text Medium"/>
                <a:ea typeface="STIX Two Text Medium"/>
                <a:cs typeface="STIX Two Text Medium"/>
                <a:sym typeface="STIX Two Text Medium"/>
              </a:rPr>
              <a:t>Magentic-One: a generalist Multi-Agent system for solving complex tasks - Microsoft Research. (2024, November 12). Microsoft Research. https://www.microsoft.com/en-us/research/articles/magentic-one-a-generalist-multi-agent-system-for-solving-complex-tasks/</a:t>
            </a:r>
            <a:endParaRPr sz="1200">
              <a:solidFill>
                <a:schemeClr val="lt1"/>
              </a:solidFill>
              <a:latin typeface="STIX Two Text Medium"/>
              <a:ea typeface="STIX Two Text Medium"/>
              <a:cs typeface="STIX Two Text Medium"/>
              <a:sym typeface="STIX Two Text Medium"/>
            </a:endParaRPr>
          </a:p>
        </p:txBody>
      </p:sp>
      <p:sp>
        <p:nvSpPr>
          <p:cNvPr id="631" name="Google Shape;631;p67"/>
          <p:cNvSpPr txBox="1"/>
          <p:nvPr/>
        </p:nvSpPr>
        <p:spPr>
          <a:xfrm>
            <a:off x="194977" y="1910075"/>
            <a:ext cx="82941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2"/>
                </a:solidFill>
                <a:latin typeface="STIX Two Text Medium"/>
                <a:ea typeface="STIX Two Text Medium"/>
                <a:cs typeface="STIX Two Text Medium"/>
                <a:sym typeface="STIX Two Text Medium"/>
              </a:rPr>
              <a:t>microsoft. (n.d.). autogen/python/packages/autogen-magentic-one at main · microsoft/autogen. GitHub. https://github.com/microsoft/autogen/tree/main/python/packages/autogen-magentic-one</a:t>
            </a:r>
            <a:endParaRPr sz="1200">
              <a:solidFill>
                <a:schemeClr val="lt2"/>
              </a:solidFill>
              <a:latin typeface="STIX Two Text Medium"/>
              <a:ea typeface="STIX Two Text Medium"/>
              <a:cs typeface="STIX Two Text Medium"/>
              <a:sym typeface="STIX Two Text Medium"/>
            </a:endParaRPr>
          </a:p>
        </p:txBody>
      </p:sp>
      <p:sp>
        <p:nvSpPr>
          <p:cNvPr id="632" name="Google Shape;632;p67"/>
          <p:cNvSpPr txBox="1"/>
          <p:nvPr/>
        </p:nvSpPr>
        <p:spPr>
          <a:xfrm>
            <a:off x="176200" y="2571750"/>
            <a:ext cx="8515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1"/>
                </a:solidFill>
                <a:latin typeface="STIX Two Text Medium"/>
                <a:ea typeface="STIX Two Text Medium"/>
                <a:cs typeface="STIX Two Text Medium"/>
                <a:sym typeface="STIX Two Text Medium"/>
              </a:rPr>
              <a:t>Potts, B. (2025, May 29). Magentic-UI, an experimental human-centered web agent - Microsoft Research. Microsoft Research. https://www.microsoft.com/en-us/research/blog/magentic-ui-an-experimental-human-centered-web-agent/</a:t>
            </a:r>
            <a:endParaRPr sz="1200">
              <a:solidFill>
                <a:schemeClr val="lt1"/>
              </a:solidFill>
              <a:latin typeface="STIX Two Text Medium"/>
              <a:ea typeface="STIX Two Text Medium"/>
              <a:cs typeface="STIX Two Text Medium"/>
              <a:sym typeface="STIX Two Text Medium"/>
            </a:endParaRPr>
          </a:p>
        </p:txBody>
      </p:sp>
      <p:sp>
        <p:nvSpPr>
          <p:cNvPr id="633" name="Google Shape;633;p67"/>
          <p:cNvSpPr txBox="1"/>
          <p:nvPr/>
        </p:nvSpPr>
        <p:spPr>
          <a:xfrm>
            <a:off x="202450" y="3240600"/>
            <a:ext cx="8752500" cy="62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STIX Two Text Medium"/>
                <a:ea typeface="STIX Two Text Medium"/>
                <a:cs typeface="STIX Two Text Medium"/>
                <a:sym typeface="STIX Two Text Medium"/>
              </a:rPr>
              <a:t>Fahd Mirza. (2024, November 7). Microsoft Magentic-One - Multiagent AI System - Install Locally [Video]. YouTube. https://www.youtube.com/watch?v=gOzsQ-hX2B0</a:t>
            </a:r>
            <a:endParaRPr sz="1200">
              <a:solidFill>
                <a:schemeClr val="lt1"/>
              </a:solidFill>
              <a:latin typeface="STIX Two Text Medium"/>
              <a:ea typeface="STIX Two Text Medium"/>
              <a:cs typeface="STIX Two Text Medium"/>
              <a:sym typeface="STIX Two Text Medium"/>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Quarterly Review (Futuristic)">
  <a:themeElements>
    <a:clrScheme name="Simple Light">
      <a:dk1>
        <a:srgbClr val="070707"/>
      </a:dk1>
      <a:lt1>
        <a:srgbClr val="FFFFFF"/>
      </a:lt1>
      <a:dk2>
        <a:srgbClr val="004741"/>
      </a:dk2>
      <a:lt2>
        <a:srgbClr val="F4F4F4"/>
      </a:lt2>
      <a:accent1>
        <a:srgbClr val="6DCFBE"/>
      </a:accent1>
      <a:accent2>
        <a:srgbClr val="81F5FF"/>
      </a:accent2>
      <a:accent3>
        <a:srgbClr val="202020"/>
      </a:accent3>
      <a:accent4>
        <a:srgbClr val="008585"/>
      </a:accent4>
      <a:accent5>
        <a:srgbClr val="808080"/>
      </a:accent5>
      <a:accent6>
        <a:srgbClr val="9AE9FF"/>
      </a:accent6>
      <a:hlink>
        <a:srgbClr val="6DCFB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2012</Words>
  <Application>Microsoft Office PowerPoint</Application>
  <PresentationFormat>On-screen Show (16:9)</PresentationFormat>
  <Paragraphs>350</Paragraphs>
  <Slides>17</Slides>
  <Notes>17</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17</vt:i4>
      </vt:variant>
    </vt:vector>
  </HeadingPairs>
  <TitlesOfParts>
    <vt:vector size="28" baseType="lpstr">
      <vt:lpstr>Roboto Medium</vt:lpstr>
      <vt:lpstr>Roboto</vt:lpstr>
      <vt:lpstr>Space Grotesk</vt:lpstr>
      <vt:lpstr>STIX Two Text SemiBold</vt:lpstr>
      <vt:lpstr>STIX Two Text</vt:lpstr>
      <vt:lpstr>Arial</vt:lpstr>
      <vt:lpstr>Space Grotesk Light</vt:lpstr>
      <vt:lpstr>Space Grotesk Medium</vt:lpstr>
      <vt:lpstr>STIX Two Text Medium</vt:lpstr>
      <vt:lpstr>Simple Light</vt:lpstr>
      <vt:lpstr>Quarterly Review (Futuristic)</vt:lpstr>
      <vt:lpstr>Magentic-One</vt:lpstr>
      <vt:lpstr>PowerPoint Presentation</vt:lpstr>
      <vt:lpstr>PowerPoint Presentation</vt:lpstr>
      <vt:lpstr>PowerPoint Presentation</vt:lpstr>
      <vt:lpstr>Meet the TEAM</vt:lpstr>
      <vt:lpstr>PowerPoint Presentation</vt:lpstr>
      <vt:lpstr>PowerPoint Presentation</vt:lpstr>
      <vt:lpstr>Illustrative Example </vt:lpstr>
      <vt:lpstr>Benchmarks and Evaluation Protocol</vt:lpstr>
      <vt:lpstr>Benchmarks 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Joyce Ann Murillo</cp:lastModifiedBy>
  <cp:revision>2</cp:revision>
  <dcterms:modified xsi:type="dcterms:W3CDTF">2025-07-07T21:25:30Z</dcterms:modified>
</cp:coreProperties>
</file>